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4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9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8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6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6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4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1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1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4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0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7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8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F4D1D-2D58-10D5-0C7A-69746F073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007" y="603501"/>
            <a:ext cx="4361693" cy="15270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Language Sandbox</a:t>
            </a:r>
            <a:b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AI-Assisted Grammar and Meaning Evaluation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CEEBB324-3A2D-05ED-86E4-4935687E3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7163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1692471-F354-5CA7-B152-E6E698C69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007" y="2212846"/>
            <a:ext cx="4361693" cy="409651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Aya </a:t>
            </a:r>
            <a:r>
              <a:rPr lang="en-US" dirty="0" err="1"/>
              <a:t>khattab</a:t>
            </a:r>
            <a:r>
              <a:rPr lang="en-US" dirty="0"/>
              <a:t> 221017515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Mayar</a:t>
            </a:r>
            <a:r>
              <a:rPr lang="en-US" dirty="0"/>
              <a:t> </a:t>
            </a:r>
            <a:r>
              <a:rPr lang="en-US" dirty="0" err="1"/>
              <a:t>Elmenisy</a:t>
            </a:r>
            <a:r>
              <a:rPr lang="en-US" dirty="0"/>
              <a:t> 221027630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Yousra</a:t>
            </a:r>
            <a:r>
              <a:rPr lang="en-US" dirty="0"/>
              <a:t> Okasha 221017983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Yassin Zakaria 221017794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Submiited</a:t>
            </a:r>
            <a:r>
              <a:rPr lang="en-US" dirty="0"/>
              <a:t> to </a:t>
            </a:r>
            <a:r>
              <a:rPr lang="en-US" dirty="0" err="1"/>
              <a:t>DR.Mohamd</a:t>
            </a:r>
            <a:r>
              <a:rPr lang="en-US" dirty="0"/>
              <a:t> Khalaf</a:t>
            </a:r>
          </a:p>
        </p:txBody>
      </p:sp>
    </p:spTree>
    <p:extLst>
      <p:ext uri="{BB962C8B-B14F-4D97-AF65-F5344CB8AC3E}">
        <p14:creationId xmlns:p14="http://schemas.microsoft.com/office/powerpoint/2010/main" val="412836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2EB35-6BAF-AA33-7FA7-9B82E19B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15B62-9798-A774-5F51-DDC1FD0D1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B2E91-E937-3662-A4FF-4F04B8451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Students struggle to judge grammar accurately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Syntax and meaning mistakes cause confusion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Manual checking takes time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Learners need instant feedback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0FF40B3C-5934-9762-36A5-150438AAA3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0" r="22791"/>
          <a:stretch>
            <a:fillRect/>
          </a:stretch>
        </p:blipFill>
        <p:spPr>
          <a:xfrm>
            <a:off x="5800724" y="10"/>
            <a:ext cx="639127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8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6C3EB-E399-8143-E029-A87CF161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494D9-8A35-5293-1746-A55337AAA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007" y="603501"/>
            <a:ext cx="4361693" cy="15270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Goal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397CCB62-7D88-7A29-354D-DDD740AC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7163"/>
          <a:stretch>
            <a:fillRect/>
          </a:stretch>
        </p:blipFill>
        <p:spPr>
          <a:xfrm>
            <a:off x="1" y="10"/>
            <a:ext cx="6415706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9A407D-6036-0F47-37C2-4BBF4F0E3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007" y="2212846"/>
            <a:ext cx="4361693" cy="409651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Evaluate how users build sentences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Understand what the user means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Give helpful hints when they struggle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Gives hints to help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Explain mistakes so the user learns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Provide instant feedback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Support real language improvement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Build confidence through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3087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7241C-7A90-C097-57B7-8B51B591C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C8E17-9601-BB2C-BBB0-E66ED3003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the System Does</a:t>
            </a:r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8B6D1-ECED-6B59-6F75-1C706A3D4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loads questions from a database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checks the user’s writing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evaluates grammar and meaning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gives instant feedback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explains the correct answer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Keeps track of correct answered questions , time and score 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FAF171A6-7833-12F4-2FCF-A382A0FB38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7163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73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BF2AB-AE8C-0D48-AC1C-1BA773F0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29149A8-0790-18AB-89A3-7FE40AF9B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65F2A-7F59-7330-8CF7-E33AF28BE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420" y="234779"/>
            <a:ext cx="3212502" cy="729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1600" dirty="0"/>
            </a:br>
            <a:r>
              <a:rPr lang="en-US" sz="2400" dirty="0"/>
              <a:t>Why This Matters</a:t>
            </a: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46D0357C-9E7A-F2D7-330E-6D3D49C9E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5" r="21627"/>
          <a:stretch>
            <a:fillRect/>
          </a:stretch>
        </p:blipFill>
        <p:spPr>
          <a:xfrm>
            <a:off x="20" y="10"/>
            <a:ext cx="6829405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E3086CB-2867-779A-FF28-216CD3743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0420" y="1198606"/>
            <a:ext cx="3212502" cy="294090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Check syntax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Check meaning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Give hints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Support learning</a:t>
            </a:r>
          </a:p>
        </p:txBody>
      </p:sp>
    </p:spTree>
    <p:extLst>
      <p:ext uri="{BB962C8B-B14F-4D97-AF65-F5344CB8AC3E}">
        <p14:creationId xmlns:p14="http://schemas.microsoft.com/office/powerpoint/2010/main" val="409290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C35CA-5678-9149-D60E-951E8D1F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8F2CD-2B66-17E5-0FA1-21CDFAA76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Questions Are Processed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1FC03-BA6B-ED91-82FA-B31DB53C8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load all questions from a JSON-like Python list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filter questions by level and category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send a random order to the frontend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accept the user’s input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analyze the text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check the meaning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compare with expected answer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return correctness and explanation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FEA8D070-E5C7-D26F-38EB-14A667D8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7163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2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8F6BC-FE3C-9389-0C1D-831A825D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E45CA65E-A683-4CCF-F545-B86C37207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9501D-28A3-A280-30D0-FEC3D26DB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Breaking Down the Checking Step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4D762-344F-2BDA-EDED-6A97B873B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Every answer passes through two layers.</a:t>
            </a:r>
          </a:p>
          <a:p>
            <a:pPr algn="l">
              <a:lnSpc>
                <a:spcPct val="110000"/>
              </a:lnSpc>
            </a:pPr>
            <a:r>
              <a:rPr lang="en-US" sz="1000" dirty="0"/>
              <a:t>1.grammar</a:t>
            </a:r>
          </a:p>
          <a:p>
            <a:pPr algn="l">
              <a:lnSpc>
                <a:spcPct val="110000"/>
              </a:lnSpc>
            </a:pPr>
            <a:r>
              <a:rPr lang="en-US" sz="1000" dirty="0"/>
              <a:t>2.meaning</a:t>
            </a:r>
          </a:p>
          <a:p>
            <a:pPr algn="l">
              <a:lnSpc>
                <a:spcPct val="110000"/>
              </a:lnSpc>
            </a:pPr>
            <a:r>
              <a:rPr lang="en-US" sz="1000" dirty="0"/>
              <a:t>Grammar looks at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spelling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capitalization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word order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missing words</a:t>
            </a:r>
          </a:p>
          <a:p>
            <a:pPr algn="l">
              <a:lnSpc>
                <a:spcPct val="110000"/>
              </a:lnSpc>
            </a:pPr>
            <a:r>
              <a:rPr lang="en-US" sz="1000" dirty="0"/>
              <a:t>Meaning checks if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the core idea matches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keywords appear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the sentence fits the question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the answer expresses the same intention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31324D65-C940-FB53-7F01-E2A39D43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24" r="33426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93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02350-521B-7636-3183-B821BA36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E3C03-319B-649B-A12C-A30D54AF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8534" y="603504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Structure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A3731A2C-0A22-D4B1-215F-4E79C3D9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62" r="3316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836B433-6BA6-F66E-2E99-F47EEFABC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8533" y="2214282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You organized your project into clear parts.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app.py</a:t>
            </a:r>
            <a:r>
              <a:rPr lang="en-US" sz="1500"/>
              <a:t> is the backend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questions.py</a:t>
            </a:r>
            <a:r>
              <a:rPr lang="en-US" sz="1500"/>
              <a:t> stores all questions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script.js</a:t>
            </a:r>
            <a:r>
              <a:rPr lang="en-US" sz="1500"/>
              <a:t> runs quiz logic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style.css</a:t>
            </a:r>
            <a:r>
              <a:rPr lang="en-US" sz="1500"/>
              <a:t> manages design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index.html</a:t>
            </a:r>
            <a:r>
              <a:rPr lang="en-US" sz="1500"/>
              <a:t> is the landing page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quiz.html</a:t>
            </a:r>
            <a:r>
              <a:rPr lang="en-US" sz="1500"/>
              <a:t> runs the quiz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results.html</a:t>
            </a:r>
            <a:r>
              <a:rPr lang="en-US" sz="1500"/>
              <a:t> shows the score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/>
              <a:t>finished.html</a:t>
            </a:r>
            <a:r>
              <a:rPr lang="en-US" sz="1500"/>
              <a:t> handles the final screen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Every file has a specific job and links through Flask routes or JavaScript requests.</a:t>
            </a:r>
          </a:p>
        </p:txBody>
      </p:sp>
    </p:spTree>
    <p:extLst>
      <p:ext uri="{BB962C8B-B14F-4D97-AF65-F5344CB8AC3E}">
        <p14:creationId xmlns:p14="http://schemas.microsoft.com/office/powerpoint/2010/main" val="51795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D3542-968A-AC36-FC6C-B9748D182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88543-2406-D400-BD4A-8DBE6958B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355341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Backend Workflow</a:t>
            </a:r>
            <a:b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37226-6100-B4BA-452D-7D96D25C8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backend handles three things.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load all questions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respond to user actions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record score in session</a:t>
            </a:r>
          </a:p>
          <a:p>
            <a:pPr algn="l">
              <a:lnSpc>
                <a:spcPct val="110000"/>
              </a:lnSpc>
            </a:pPr>
            <a:r>
              <a:rPr lang="en-US" sz="1400" dirty="0"/>
              <a:t>Routes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“/</a:t>
            </a:r>
            <a:r>
              <a:rPr lang="en-US" sz="1400" dirty="0" err="1"/>
              <a:t>get_questions</a:t>
            </a:r>
            <a:r>
              <a:rPr lang="en-US" sz="1400" dirty="0"/>
              <a:t>” returns filtered questions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“/</a:t>
            </a:r>
            <a:r>
              <a:rPr lang="en-US" sz="1400" dirty="0" err="1"/>
              <a:t>submit_answer</a:t>
            </a:r>
            <a:r>
              <a:rPr lang="en-US" sz="1400" dirty="0"/>
              <a:t>” checks correctness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“/results” sends the final score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backend forms the connection between data and UI.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237778AD-62B7-71D8-5284-15C768119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0" r="22791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9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46FB6-B5B5-8C06-DFEC-19B3FA39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C4BAD-AA21-A019-95D4-B9A3EA572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Frontend Workflow</a:t>
            </a:r>
            <a:b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D34E6-7E90-3B79-B6CC-B3D8C61EF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400" dirty="0"/>
              <a:t>The frontend handles interaction and display.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JavaScript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fetches questions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updates the screen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submits answers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shows hints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shows feedback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sends final result to backend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HTML shows the interface</a:t>
            </a:r>
            <a:br>
              <a:rPr lang="en-US" sz="1400" dirty="0"/>
            </a:br>
            <a:r>
              <a:rPr lang="en-US" sz="1400" dirty="0"/>
              <a:t>CSS gives the layout</a:t>
            </a:r>
            <a:br>
              <a:rPr lang="en-US" sz="1400" dirty="0"/>
            </a:br>
            <a:r>
              <a:rPr lang="en-US" sz="1400" dirty="0"/>
              <a:t>JavaScript makes it dynamic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9BCDF22B-C37F-30C7-DBB3-6D0CD6DA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7163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0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79D5C-E1E3-2FA4-5906-B742DD97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8DBDE-1618-2AC2-129C-DCCB6311F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b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System Matters</a:t>
            </a:r>
            <a:b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44EC7-6FAF-F49C-457C-040E4AB45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2212848"/>
            <a:ext cx="4361687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700" dirty="0"/>
              <a:t>The system improves learning because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users practice writing instead of guessing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they receive explanations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they develop real understanding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they learn from mistakes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the system adapts to level and category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It supports language learning in a measurable way.</a:t>
            </a:r>
          </a:p>
        </p:txBody>
      </p:sp>
      <p:pic>
        <p:nvPicPr>
          <p:cNvPr id="4" name="Picture 3" descr="Hexagonal background with blue neon lights">
            <a:extLst>
              <a:ext uri="{FF2B5EF4-FFF2-40B4-BE49-F238E27FC236}">
                <a16:creationId xmlns:a16="http://schemas.microsoft.com/office/drawing/2014/main" id="{AA4C31F3-5363-5703-820B-715BEE45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2" r="27163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236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440</Words>
  <Application>Microsoft Macintosh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Language Sandbox AI-Assisted Grammar and Meaning Evaluation</vt:lpstr>
      <vt:lpstr>Problem</vt:lpstr>
      <vt:lpstr>Goal</vt:lpstr>
      <vt:lpstr>What the System Does </vt:lpstr>
      <vt:lpstr> Why This Matters</vt:lpstr>
      <vt:lpstr> How Questions Are Processed</vt:lpstr>
      <vt:lpstr> Breaking Down the Checking Step</vt:lpstr>
      <vt:lpstr> File Structure</vt:lpstr>
      <vt:lpstr> Backend Workflow </vt:lpstr>
      <vt:lpstr> Frontend Workflow </vt:lpstr>
      <vt:lpstr> Why This System Matters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Yousra Abdelkader</dc:creator>
  <cp:lastModifiedBy>Yousra Abdelkader</cp:lastModifiedBy>
  <cp:revision>1</cp:revision>
  <dcterms:created xsi:type="dcterms:W3CDTF">2025-12-10T12:46:16Z</dcterms:created>
  <dcterms:modified xsi:type="dcterms:W3CDTF">2025-12-10T20:41:41Z</dcterms:modified>
</cp:coreProperties>
</file>