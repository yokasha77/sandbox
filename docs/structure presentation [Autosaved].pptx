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Neue Haas Grotesk Text Pro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Neue Haas Grotesk Text Pro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Neue Haas Grotesk Text Pro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Neue Haas Grotesk Text Pro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Neue Haas Grotesk Text Pro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Neue Haas Grotesk Text Pro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Neue Haas Grotesk Text Pro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Neue Haas Grotesk Text Pro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Neue Haas Grotesk Text Pro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EDD"/>
          </a:solidFill>
        </a:fill>
      </a:tcStyle>
    </a:wholeTbl>
    <a:band2H>
      <a:tcTxStyle/>
      <a:tcStyle>
        <a:tcBdr/>
        <a:fill>
          <a:solidFill>
            <a:srgbClr val="E7EF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4D1CD"/>
          </a:solidFill>
        </a:fill>
      </a:tcStyle>
    </a:wholeTbl>
    <a:band2H>
      <a:tcTxStyle/>
      <a:tcStyle>
        <a:tcBdr/>
        <a:fill>
          <a:solidFill>
            <a:srgbClr val="F9E9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BD4"/>
          </a:solidFill>
        </a:fill>
      </a:tcStyle>
    </a:wholeTbl>
    <a:band2H>
      <a:tcTxStyle/>
      <a:tcStyle>
        <a:tcBdr/>
        <a:fill>
          <a:solidFill>
            <a:srgbClr val="E8EEEB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0"/>
  </p:normalViewPr>
  <p:slideViewPr>
    <p:cSldViewPr snapToGrid="0">
      <p:cViewPr varScale="1">
        <p:scale>
          <a:sx n="103" d="100"/>
          <a:sy n="103" d="100"/>
        </p:scale>
        <p:origin x="8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61E020-B191-463B-9C27-66BC0424342D}" type="doc">
      <dgm:prSet loTypeId="urn:microsoft.com/office/officeart/2005/8/layout/process4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5991666-F0E2-46CC-98AA-EA15DFC48044}">
      <dgm:prSet/>
      <dgm:spPr/>
      <dgm:t>
        <a:bodyPr/>
        <a:lstStyle/>
        <a:p>
          <a:r>
            <a:rPr lang="en-US" b="0" i="0" baseline="0"/>
            <a:t>Problem </a:t>
          </a:r>
          <a:endParaRPr lang="en-US"/>
        </a:p>
      </dgm:t>
    </dgm:pt>
    <dgm:pt modelId="{E35E4CEA-E0F8-45AD-BDAC-36CA01BA4F09}" type="parTrans" cxnId="{4C618196-EA57-43D5-8730-BC68CDE26AC7}">
      <dgm:prSet/>
      <dgm:spPr/>
      <dgm:t>
        <a:bodyPr/>
        <a:lstStyle/>
        <a:p>
          <a:endParaRPr lang="en-US"/>
        </a:p>
      </dgm:t>
    </dgm:pt>
    <dgm:pt modelId="{B424FB5E-0F2F-4461-A6A1-E3F441F5C000}" type="sibTrans" cxnId="{4C618196-EA57-43D5-8730-BC68CDE26AC7}">
      <dgm:prSet/>
      <dgm:spPr/>
      <dgm:t>
        <a:bodyPr/>
        <a:lstStyle/>
        <a:p>
          <a:endParaRPr lang="en-US"/>
        </a:p>
      </dgm:t>
    </dgm:pt>
    <dgm:pt modelId="{2E24448C-E2A3-4F4B-BE7F-B60983619C0B}">
      <dgm:prSet/>
      <dgm:spPr/>
      <dgm:t>
        <a:bodyPr/>
        <a:lstStyle/>
        <a:p>
          <a:r>
            <a:rPr lang="en-US" b="0" i="0" baseline="0"/>
            <a:t>Target</a:t>
          </a:r>
          <a:endParaRPr lang="en-US"/>
        </a:p>
      </dgm:t>
    </dgm:pt>
    <dgm:pt modelId="{D9326CC6-925D-48D9-A50F-20D94BA31B1D}" type="parTrans" cxnId="{46A39EEC-1782-4B98-BF4F-76F011F07C06}">
      <dgm:prSet/>
      <dgm:spPr/>
      <dgm:t>
        <a:bodyPr/>
        <a:lstStyle/>
        <a:p>
          <a:endParaRPr lang="en-US"/>
        </a:p>
      </dgm:t>
    </dgm:pt>
    <dgm:pt modelId="{5C47DC14-BF98-4FFC-8661-8AABE515715F}" type="sibTrans" cxnId="{46A39EEC-1782-4B98-BF4F-76F011F07C06}">
      <dgm:prSet/>
      <dgm:spPr/>
      <dgm:t>
        <a:bodyPr/>
        <a:lstStyle/>
        <a:p>
          <a:endParaRPr lang="en-US"/>
        </a:p>
      </dgm:t>
    </dgm:pt>
    <dgm:pt modelId="{9C5608EF-AB0A-4CB1-AF11-39C0E66B85ED}">
      <dgm:prSet/>
      <dgm:spPr/>
      <dgm:t>
        <a:bodyPr/>
        <a:lstStyle/>
        <a:p>
          <a:r>
            <a:rPr lang="en-US" b="0" i="0" baseline="0"/>
            <a:t>What the System Does</a:t>
          </a:r>
          <a:endParaRPr lang="en-US"/>
        </a:p>
      </dgm:t>
    </dgm:pt>
    <dgm:pt modelId="{5541EF8F-CAF3-41D1-B490-D78FCECADE6E}" type="parTrans" cxnId="{309A9476-0989-4979-B07E-5132D9483E84}">
      <dgm:prSet/>
      <dgm:spPr/>
      <dgm:t>
        <a:bodyPr/>
        <a:lstStyle/>
        <a:p>
          <a:endParaRPr lang="en-US"/>
        </a:p>
      </dgm:t>
    </dgm:pt>
    <dgm:pt modelId="{1C5CE4DC-43A2-4E05-BB23-CD33AF3CAD31}" type="sibTrans" cxnId="{309A9476-0989-4979-B07E-5132D9483E84}">
      <dgm:prSet/>
      <dgm:spPr/>
      <dgm:t>
        <a:bodyPr/>
        <a:lstStyle/>
        <a:p>
          <a:endParaRPr lang="en-US"/>
        </a:p>
      </dgm:t>
    </dgm:pt>
    <dgm:pt modelId="{DA4D8766-EC0A-4052-ADDF-3DAB9144C04D}">
      <dgm:prSet/>
      <dgm:spPr/>
      <dgm:t>
        <a:bodyPr/>
        <a:lstStyle/>
        <a:p>
          <a:r>
            <a:rPr lang="en-US" b="0" i="0" baseline="0"/>
            <a:t>Why This Matters</a:t>
          </a:r>
          <a:endParaRPr lang="en-US"/>
        </a:p>
      </dgm:t>
    </dgm:pt>
    <dgm:pt modelId="{DD2E4562-C0A4-47CB-A099-E3A36C2B1501}" type="parTrans" cxnId="{FEC2F96A-261A-48E1-88DC-A0A6C02241C5}">
      <dgm:prSet/>
      <dgm:spPr/>
      <dgm:t>
        <a:bodyPr/>
        <a:lstStyle/>
        <a:p>
          <a:endParaRPr lang="en-US"/>
        </a:p>
      </dgm:t>
    </dgm:pt>
    <dgm:pt modelId="{1F58540A-A908-47CA-8423-DB1D23E5AA4B}" type="sibTrans" cxnId="{FEC2F96A-261A-48E1-88DC-A0A6C02241C5}">
      <dgm:prSet/>
      <dgm:spPr/>
      <dgm:t>
        <a:bodyPr/>
        <a:lstStyle/>
        <a:p>
          <a:endParaRPr lang="en-US"/>
        </a:p>
      </dgm:t>
    </dgm:pt>
    <dgm:pt modelId="{41D9E50F-EFD6-4229-B820-551B5F5A12B6}">
      <dgm:prSet/>
      <dgm:spPr/>
      <dgm:t>
        <a:bodyPr/>
        <a:lstStyle/>
        <a:p>
          <a:r>
            <a:rPr lang="en-US" b="0" i="0" baseline="0"/>
            <a:t>How Questions Are Processed</a:t>
          </a:r>
          <a:endParaRPr lang="en-US"/>
        </a:p>
      </dgm:t>
    </dgm:pt>
    <dgm:pt modelId="{9E52AC55-FB8D-4B20-8E24-543DC088E83B}" type="parTrans" cxnId="{B7A4F7FB-C451-4A25-B84F-731415610D24}">
      <dgm:prSet/>
      <dgm:spPr/>
      <dgm:t>
        <a:bodyPr/>
        <a:lstStyle/>
        <a:p>
          <a:endParaRPr lang="en-US"/>
        </a:p>
      </dgm:t>
    </dgm:pt>
    <dgm:pt modelId="{31F771AE-2DA2-4181-B683-ED814DCD6031}" type="sibTrans" cxnId="{B7A4F7FB-C451-4A25-B84F-731415610D24}">
      <dgm:prSet/>
      <dgm:spPr/>
      <dgm:t>
        <a:bodyPr/>
        <a:lstStyle/>
        <a:p>
          <a:endParaRPr lang="en-US"/>
        </a:p>
      </dgm:t>
    </dgm:pt>
    <dgm:pt modelId="{B0C4F430-21D8-49FA-8DE3-9880A8D6DA7C}">
      <dgm:prSet/>
      <dgm:spPr/>
      <dgm:t>
        <a:bodyPr/>
        <a:lstStyle/>
        <a:p>
          <a:r>
            <a:rPr lang="en-US" b="0" i="0" baseline="0"/>
            <a:t>Breaking Down the Checking Step</a:t>
          </a:r>
          <a:endParaRPr lang="en-US"/>
        </a:p>
      </dgm:t>
    </dgm:pt>
    <dgm:pt modelId="{E925A92E-690C-47E5-B6F1-5F375860E919}" type="parTrans" cxnId="{BE457A93-F54B-46BD-9060-29018D918523}">
      <dgm:prSet/>
      <dgm:spPr/>
      <dgm:t>
        <a:bodyPr/>
        <a:lstStyle/>
        <a:p>
          <a:endParaRPr lang="en-US"/>
        </a:p>
      </dgm:t>
    </dgm:pt>
    <dgm:pt modelId="{03765E49-B5F2-44F6-8CCD-8F6B8FD81575}" type="sibTrans" cxnId="{BE457A93-F54B-46BD-9060-29018D918523}">
      <dgm:prSet/>
      <dgm:spPr/>
      <dgm:t>
        <a:bodyPr/>
        <a:lstStyle/>
        <a:p>
          <a:endParaRPr lang="en-US"/>
        </a:p>
      </dgm:t>
    </dgm:pt>
    <dgm:pt modelId="{65DB27AD-FBE2-3943-9A4F-11F17F1C9194}" type="pres">
      <dgm:prSet presAssocID="{DE61E020-B191-463B-9C27-66BC0424342D}" presName="Name0" presStyleCnt="0">
        <dgm:presLayoutVars>
          <dgm:dir/>
          <dgm:animLvl val="lvl"/>
          <dgm:resizeHandles val="exact"/>
        </dgm:presLayoutVars>
      </dgm:prSet>
      <dgm:spPr/>
    </dgm:pt>
    <dgm:pt modelId="{250FA1C4-112D-824E-BEBF-6D0DDE036533}" type="pres">
      <dgm:prSet presAssocID="{B0C4F430-21D8-49FA-8DE3-9880A8D6DA7C}" presName="boxAndChildren" presStyleCnt="0"/>
      <dgm:spPr/>
    </dgm:pt>
    <dgm:pt modelId="{A5418060-80C5-CA4B-9723-F238FE1053CE}" type="pres">
      <dgm:prSet presAssocID="{B0C4F430-21D8-49FA-8DE3-9880A8D6DA7C}" presName="parentTextBox" presStyleLbl="node1" presStyleIdx="0" presStyleCnt="6"/>
      <dgm:spPr/>
    </dgm:pt>
    <dgm:pt modelId="{65646585-C174-FA4C-B83A-5647CD1A4AAC}" type="pres">
      <dgm:prSet presAssocID="{31F771AE-2DA2-4181-B683-ED814DCD6031}" presName="sp" presStyleCnt="0"/>
      <dgm:spPr/>
    </dgm:pt>
    <dgm:pt modelId="{CC272509-35CB-8F4A-9882-3F5D82291034}" type="pres">
      <dgm:prSet presAssocID="{41D9E50F-EFD6-4229-B820-551B5F5A12B6}" presName="arrowAndChildren" presStyleCnt="0"/>
      <dgm:spPr/>
    </dgm:pt>
    <dgm:pt modelId="{FFB22DB3-FEEC-124B-AE5B-80ADBB9BBD04}" type="pres">
      <dgm:prSet presAssocID="{41D9E50F-EFD6-4229-B820-551B5F5A12B6}" presName="parentTextArrow" presStyleLbl="node1" presStyleIdx="1" presStyleCnt="6"/>
      <dgm:spPr/>
    </dgm:pt>
    <dgm:pt modelId="{3C815876-9220-4E4B-8C3B-56788BBBC69E}" type="pres">
      <dgm:prSet presAssocID="{1F58540A-A908-47CA-8423-DB1D23E5AA4B}" presName="sp" presStyleCnt="0"/>
      <dgm:spPr/>
    </dgm:pt>
    <dgm:pt modelId="{F467C26E-B0C2-1144-9606-A26FB0CABAF9}" type="pres">
      <dgm:prSet presAssocID="{DA4D8766-EC0A-4052-ADDF-3DAB9144C04D}" presName="arrowAndChildren" presStyleCnt="0"/>
      <dgm:spPr/>
    </dgm:pt>
    <dgm:pt modelId="{B4A4A57A-AA06-1B4C-932E-F33A8C7BF9A9}" type="pres">
      <dgm:prSet presAssocID="{DA4D8766-EC0A-4052-ADDF-3DAB9144C04D}" presName="parentTextArrow" presStyleLbl="node1" presStyleIdx="2" presStyleCnt="6"/>
      <dgm:spPr/>
    </dgm:pt>
    <dgm:pt modelId="{ED5AC158-2BCD-484C-B948-CD8E4E241094}" type="pres">
      <dgm:prSet presAssocID="{1C5CE4DC-43A2-4E05-BB23-CD33AF3CAD31}" presName="sp" presStyleCnt="0"/>
      <dgm:spPr/>
    </dgm:pt>
    <dgm:pt modelId="{618C05AF-5069-874A-B735-EABBE0591CAE}" type="pres">
      <dgm:prSet presAssocID="{9C5608EF-AB0A-4CB1-AF11-39C0E66B85ED}" presName="arrowAndChildren" presStyleCnt="0"/>
      <dgm:spPr/>
    </dgm:pt>
    <dgm:pt modelId="{8C07CC59-BFBB-7B4E-8491-DBB5D5F69F71}" type="pres">
      <dgm:prSet presAssocID="{9C5608EF-AB0A-4CB1-AF11-39C0E66B85ED}" presName="parentTextArrow" presStyleLbl="node1" presStyleIdx="3" presStyleCnt="6"/>
      <dgm:spPr/>
    </dgm:pt>
    <dgm:pt modelId="{B0270581-B11C-264D-863E-A691108360A3}" type="pres">
      <dgm:prSet presAssocID="{5C47DC14-BF98-4FFC-8661-8AABE515715F}" presName="sp" presStyleCnt="0"/>
      <dgm:spPr/>
    </dgm:pt>
    <dgm:pt modelId="{715151B0-7515-9245-B0A3-93C86E01A64A}" type="pres">
      <dgm:prSet presAssocID="{2E24448C-E2A3-4F4B-BE7F-B60983619C0B}" presName="arrowAndChildren" presStyleCnt="0"/>
      <dgm:spPr/>
    </dgm:pt>
    <dgm:pt modelId="{3ACAA394-35DA-C94F-A136-C11F2B77A039}" type="pres">
      <dgm:prSet presAssocID="{2E24448C-E2A3-4F4B-BE7F-B60983619C0B}" presName="parentTextArrow" presStyleLbl="node1" presStyleIdx="4" presStyleCnt="6"/>
      <dgm:spPr/>
    </dgm:pt>
    <dgm:pt modelId="{6A82CAEB-C40A-1544-B0B4-3F574D014089}" type="pres">
      <dgm:prSet presAssocID="{B424FB5E-0F2F-4461-A6A1-E3F441F5C000}" presName="sp" presStyleCnt="0"/>
      <dgm:spPr/>
    </dgm:pt>
    <dgm:pt modelId="{880FB410-BCC7-1649-991B-B863E9330D2D}" type="pres">
      <dgm:prSet presAssocID="{65991666-F0E2-46CC-98AA-EA15DFC48044}" presName="arrowAndChildren" presStyleCnt="0"/>
      <dgm:spPr/>
    </dgm:pt>
    <dgm:pt modelId="{3C9CB03D-B27A-C644-A8AB-A3984A0EAF04}" type="pres">
      <dgm:prSet presAssocID="{65991666-F0E2-46CC-98AA-EA15DFC48044}" presName="parentTextArrow" presStyleLbl="node1" presStyleIdx="5" presStyleCnt="6"/>
      <dgm:spPr/>
    </dgm:pt>
  </dgm:ptLst>
  <dgm:cxnLst>
    <dgm:cxn modelId="{75207B1C-07C2-854F-9A2A-15446A34A2DB}" type="presOf" srcId="{DE61E020-B191-463B-9C27-66BC0424342D}" destId="{65DB27AD-FBE2-3943-9A4F-11F17F1C9194}" srcOrd="0" destOrd="0" presId="urn:microsoft.com/office/officeart/2005/8/layout/process4"/>
    <dgm:cxn modelId="{F607F04A-6270-9346-870A-C9F42EC88016}" type="presOf" srcId="{9C5608EF-AB0A-4CB1-AF11-39C0E66B85ED}" destId="{8C07CC59-BFBB-7B4E-8491-DBB5D5F69F71}" srcOrd="0" destOrd="0" presId="urn:microsoft.com/office/officeart/2005/8/layout/process4"/>
    <dgm:cxn modelId="{DA34F34D-3095-DC4C-B9F8-E5E622403E63}" type="presOf" srcId="{2E24448C-E2A3-4F4B-BE7F-B60983619C0B}" destId="{3ACAA394-35DA-C94F-A136-C11F2B77A039}" srcOrd="0" destOrd="0" presId="urn:microsoft.com/office/officeart/2005/8/layout/process4"/>
    <dgm:cxn modelId="{FEC2F96A-261A-48E1-88DC-A0A6C02241C5}" srcId="{DE61E020-B191-463B-9C27-66BC0424342D}" destId="{DA4D8766-EC0A-4052-ADDF-3DAB9144C04D}" srcOrd="3" destOrd="0" parTransId="{DD2E4562-C0A4-47CB-A099-E3A36C2B1501}" sibTransId="{1F58540A-A908-47CA-8423-DB1D23E5AA4B}"/>
    <dgm:cxn modelId="{309A9476-0989-4979-B07E-5132D9483E84}" srcId="{DE61E020-B191-463B-9C27-66BC0424342D}" destId="{9C5608EF-AB0A-4CB1-AF11-39C0E66B85ED}" srcOrd="2" destOrd="0" parTransId="{5541EF8F-CAF3-41D1-B490-D78FCECADE6E}" sibTransId="{1C5CE4DC-43A2-4E05-BB23-CD33AF3CAD31}"/>
    <dgm:cxn modelId="{06004190-84BE-9041-B53A-0F0050F3F5CA}" type="presOf" srcId="{41D9E50F-EFD6-4229-B820-551B5F5A12B6}" destId="{FFB22DB3-FEEC-124B-AE5B-80ADBB9BBD04}" srcOrd="0" destOrd="0" presId="urn:microsoft.com/office/officeart/2005/8/layout/process4"/>
    <dgm:cxn modelId="{BE457A93-F54B-46BD-9060-29018D918523}" srcId="{DE61E020-B191-463B-9C27-66BC0424342D}" destId="{B0C4F430-21D8-49FA-8DE3-9880A8D6DA7C}" srcOrd="5" destOrd="0" parTransId="{E925A92E-690C-47E5-B6F1-5F375860E919}" sibTransId="{03765E49-B5F2-44F6-8CCD-8F6B8FD81575}"/>
    <dgm:cxn modelId="{4C618196-EA57-43D5-8730-BC68CDE26AC7}" srcId="{DE61E020-B191-463B-9C27-66BC0424342D}" destId="{65991666-F0E2-46CC-98AA-EA15DFC48044}" srcOrd="0" destOrd="0" parTransId="{E35E4CEA-E0F8-45AD-BDAC-36CA01BA4F09}" sibTransId="{B424FB5E-0F2F-4461-A6A1-E3F441F5C000}"/>
    <dgm:cxn modelId="{E712639B-24D8-F748-88B5-7F4183BC8F68}" type="presOf" srcId="{DA4D8766-EC0A-4052-ADDF-3DAB9144C04D}" destId="{B4A4A57A-AA06-1B4C-932E-F33A8C7BF9A9}" srcOrd="0" destOrd="0" presId="urn:microsoft.com/office/officeart/2005/8/layout/process4"/>
    <dgm:cxn modelId="{743523A0-891A-764D-A6FF-1002F360808D}" type="presOf" srcId="{B0C4F430-21D8-49FA-8DE3-9880A8D6DA7C}" destId="{A5418060-80C5-CA4B-9723-F238FE1053CE}" srcOrd="0" destOrd="0" presId="urn:microsoft.com/office/officeart/2005/8/layout/process4"/>
    <dgm:cxn modelId="{636420C8-B1C4-A941-A9B7-5D32300F7897}" type="presOf" srcId="{65991666-F0E2-46CC-98AA-EA15DFC48044}" destId="{3C9CB03D-B27A-C644-A8AB-A3984A0EAF04}" srcOrd="0" destOrd="0" presId="urn:microsoft.com/office/officeart/2005/8/layout/process4"/>
    <dgm:cxn modelId="{46A39EEC-1782-4B98-BF4F-76F011F07C06}" srcId="{DE61E020-B191-463B-9C27-66BC0424342D}" destId="{2E24448C-E2A3-4F4B-BE7F-B60983619C0B}" srcOrd="1" destOrd="0" parTransId="{D9326CC6-925D-48D9-A50F-20D94BA31B1D}" sibTransId="{5C47DC14-BF98-4FFC-8661-8AABE515715F}"/>
    <dgm:cxn modelId="{B7A4F7FB-C451-4A25-B84F-731415610D24}" srcId="{DE61E020-B191-463B-9C27-66BC0424342D}" destId="{41D9E50F-EFD6-4229-B820-551B5F5A12B6}" srcOrd="4" destOrd="0" parTransId="{9E52AC55-FB8D-4B20-8E24-543DC088E83B}" sibTransId="{31F771AE-2DA2-4181-B683-ED814DCD6031}"/>
    <dgm:cxn modelId="{62223E7A-D7E1-D94E-BCA3-3761E736F859}" type="presParOf" srcId="{65DB27AD-FBE2-3943-9A4F-11F17F1C9194}" destId="{250FA1C4-112D-824E-BEBF-6D0DDE036533}" srcOrd="0" destOrd="0" presId="urn:microsoft.com/office/officeart/2005/8/layout/process4"/>
    <dgm:cxn modelId="{9A1A5B65-72E6-7548-9700-A28DA31519AA}" type="presParOf" srcId="{250FA1C4-112D-824E-BEBF-6D0DDE036533}" destId="{A5418060-80C5-CA4B-9723-F238FE1053CE}" srcOrd="0" destOrd="0" presId="urn:microsoft.com/office/officeart/2005/8/layout/process4"/>
    <dgm:cxn modelId="{B720D384-CDA1-4641-8638-E5056DB24985}" type="presParOf" srcId="{65DB27AD-FBE2-3943-9A4F-11F17F1C9194}" destId="{65646585-C174-FA4C-B83A-5647CD1A4AAC}" srcOrd="1" destOrd="0" presId="urn:microsoft.com/office/officeart/2005/8/layout/process4"/>
    <dgm:cxn modelId="{21DDE55A-7F4C-DD4C-ABC6-D4F79C6B81B2}" type="presParOf" srcId="{65DB27AD-FBE2-3943-9A4F-11F17F1C9194}" destId="{CC272509-35CB-8F4A-9882-3F5D82291034}" srcOrd="2" destOrd="0" presId="urn:microsoft.com/office/officeart/2005/8/layout/process4"/>
    <dgm:cxn modelId="{4526577E-E0BD-104C-AD1B-5134BBD63E10}" type="presParOf" srcId="{CC272509-35CB-8F4A-9882-3F5D82291034}" destId="{FFB22DB3-FEEC-124B-AE5B-80ADBB9BBD04}" srcOrd="0" destOrd="0" presId="urn:microsoft.com/office/officeart/2005/8/layout/process4"/>
    <dgm:cxn modelId="{C3D6D083-2B77-4347-93FA-E239822A0B5E}" type="presParOf" srcId="{65DB27AD-FBE2-3943-9A4F-11F17F1C9194}" destId="{3C815876-9220-4E4B-8C3B-56788BBBC69E}" srcOrd="3" destOrd="0" presId="urn:microsoft.com/office/officeart/2005/8/layout/process4"/>
    <dgm:cxn modelId="{C105EF93-465A-0443-BF9D-F6B4C27CE146}" type="presParOf" srcId="{65DB27AD-FBE2-3943-9A4F-11F17F1C9194}" destId="{F467C26E-B0C2-1144-9606-A26FB0CABAF9}" srcOrd="4" destOrd="0" presId="urn:microsoft.com/office/officeart/2005/8/layout/process4"/>
    <dgm:cxn modelId="{5E462556-159F-4A4A-A2BC-C407AB290F4F}" type="presParOf" srcId="{F467C26E-B0C2-1144-9606-A26FB0CABAF9}" destId="{B4A4A57A-AA06-1B4C-932E-F33A8C7BF9A9}" srcOrd="0" destOrd="0" presId="urn:microsoft.com/office/officeart/2005/8/layout/process4"/>
    <dgm:cxn modelId="{A333F528-187F-FD42-879E-4DF0D31A5118}" type="presParOf" srcId="{65DB27AD-FBE2-3943-9A4F-11F17F1C9194}" destId="{ED5AC158-2BCD-484C-B948-CD8E4E241094}" srcOrd="5" destOrd="0" presId="urn:microsoft.com/office/officeart/2005/8/layout/process4"/>
    <dgm:cxn modelId="{A9188A1A-BA51-064E-B24B-3D1135F2864B}" type="presParOf" srcId="{65DB27AD-FBE2-3943-9A4F-11F17F1C9194}" destId="{618C05AF-5069-874A-B735-EABBE0591CAE}" srcOrd="6" destOrd="0" presId="urn:microsoft.com/office/officeart/2005/8/layout/process4"/>
    <dgm:cxn modelId="{AB1F289D-1768-B24B-8BF6-CA1AD091B36B}" type="presParOf" srcId="{618C05AF-5069-874A-B735-EABBE0591CAE}" destId="{8C07CC59-BFBB-7B4E-8491-DBB5D5F69F71}" srcOrd="0" destOrd="0" presId="urn:microsoft.com/office/officeart/2005/8/layout/process4"/>
    <dgm:cxn modelId="{2D20DCA8-0A1F-F340-B690-9EC3969DE753}" type="presParOf" srcId="{65DB27AD-FBE2-3943-9A4F-11F17F1C9194}" destId="{B0270581-B11C-264D-863E-A691108360A3}" srcOrd="7" destOrd="0" presId="urn:microsoft.com/office/officeart/2005/8/layout/process4"/>
    <dgm:cxn modelId="{7657792D-2E27-7E49-BDA2-22BF5F8844C5}" type="presParOf" srcId="{65DB27AD-FBE2-3943-9A4F-11F17F1C9194}" destId="{715151B0-7515-9245-B0A3-93C86E01A64A}" srcOrd="8" destOrd="0" presId="urn:microsoft.com/office/officeart/2005/8/layout/process4"/>
    <dgm:cxn modelId="{B8FB947C-0358-D34F-9F38-088FC9238F04}" type="presParOf" srcId="{715151B0-7515-9245-B0A3-93C86E01A64A}" destId="{3ACAA394-35DA-C94F-A136-C11F2B77A039}" srcOrd="0" destOrd="0" presId="urn:microsoft.com/office/officeart/2005/8/layout/process4"/>
    <dgm:cxn modelId="{4AC84C44-6701-EF48-A4F2-5A41D6138530}" type="presParOf" srcId="{65DB27AD-FBE2-3943-9A4F-11F17F1C9194}" destId="{6A82CAEB-C40A-1544-B0B4-3F574D014089}" srcOrd="9" destOrd="0" presId="urn:microsoft.com/office/officeart/2005/8/layout/process4"/>
    <dgm:cxn modelId="{8461BF1F-6420-844F-B288-4D39A9E0079A}" type="presParOf" srcId="{65DB27AD-FBE2-3943-9A4F-11F17F1C9194}" destId="{880FB410-BCC7-1649-991B-B863E9330D2D}" srcOrd="10" destOrd="0" presId="urn:microsoft.com/office/officeart/2005/8/layout/process4"/>
    <dgm:cxn modelId="{8EC2C37B-7B7B-DC4A-93F4-4785752A4A01}" type="presParOf" srcId="{880FB410-BCC7-1649-991B-B863E9330D2D}" destId="{3C9CB03D-B27A-C644-A8AB-A3984A0EAF04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418060-80C5-CA4B-9723-F238FE1053CE}">
      <dsp:nvSpPr>
        <dsp:cNvPr id="0" name=""/>
        <dsp:cNvSpPr/>
      </dsp:nvSpPr>
      <dsp:spPr>
        <a:xfrm>
          <a:off x="0" y="3845734"/>
          <a:ext cx="10653577" cy="50475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29999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Breaking Down the Checking Step</a:t>
          </a:r>
          <a:endParaRPr lang="en-US" sz="1900" kern="1200"/>
        </a:p>
      </dsp:txBody>
      <dsp:txXfrm>
        <a:off x="0" y="3845734"/>
        <a:ext cx="10653577" cy="504750"/>
      </dsp:txXfrm>
    </dsp:sp>
    <dsp:sp modelId="{FFB22DB3-FEEC-124B-AE5B-80ADBB9BBD04}">
      <dsp:nvSpPr>
        <dsp:cNvPr id="0" name=""/>
        <dsp:cNvSpPr/>
      </dsp:nvSpPr>
      <dsp:spPr>
        <a:xfrm rot="10800000">
          <a:off x="0" y="3076999"/>
          <a:ext cx="10653577" cy="776306"/>
        </a:xfrm>
        <a:prstGeom prst="upArrowCallout">
          <a:avLst/>
        </a:prstGeom>
        <a:gradFill rotWithShape="0">
          <a:gsLst>
            <a:gs pos="0">
              <a:schemeClr val="accent5">
                <a:hueOff val="1822866"/>
                <a:satOff val="-821"/>
                <a:lumOff val="-1019"/>
                <a:alphaOff val="0"/>
                <a:tint val="100000"/>
                <a:shade val="100000"/>
                <a:satMod val="129999"/>
              </a:schemeClr>
            </a:gs>
            <a:gs pos="100000">
              <a:schemeClr val="accent5">
                <a:hueOff val="1822866"/>
                <a:satOff val="-821"/>
                <a:lumOff val="-101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How Questions Are Processed</a:t>
          </a:r>
          <a:endParaRPr lang="en-US" sz="1900" kern="1200"/>
        </a:p>
      </dsp:txBody>
      <dsp:txXfrm rot="10800000">
        <a:off x="0" y="3076999"/>
        <a:ext cx="10653577" cy="504420"/>
      </dsp:txXfrm>
    </dsp:sp>
    <dsp:sp modelId="{B4A4A57A-AA06-1B4C-932E-F33A8C7BF9A9}">
      <dsp:nvSpPr>
        <dsp:cNvPr id="0" name=""/>
        <dsp:cNvSpPr/>
      </dsp:nvSpPr>
      <dsp:spPr>
        <a:xfrm rot="10800000">
          <a:off x="0" y="2308264"/>
          <a:ext cx="10653577" cy="776306"/>
        </a:xfrm>
        <a:prstGeom prst="upArrowCallout">
          <a:avLst/>
        </a:prstGeom>
        <a:gradFill rotWithShape="0">
          <a:gsLst>
            <a:gs pos="0">
              <a:schemeClr val="accent5">
                <a:hueOff val="3645731"/>
                <a:satOff val="-1642"/>
                <a:lumOff val="-2039"/>
                <a:alphaOff val="0"/>
                <a:tint val="100000"/>
                <a:shade val="100000"/>
                <a:satMod val="129999"/>
              </a:schemeClr>
            </a:gs>
            <a:gs pos="100000">
              <a:schemeClr val="accent5">
                <a:hueOff val="3645731"/>
                <a:satOff val="-1642"/>
                <a:lumOff val="-203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Why This Matters</a:t>
          </a:r>
          <a:endParaRPr lang="en-US" sz="1900" kern="1200"/>
        </a:p>
      </dsp:txBody>
      <dsp:txXfrm rot="10800000">
        <a:off x="0" y="2308264"/>
        <a:ext cx="10653577" cy="504420"/>
      </dsp:txXfrm>
    </dsp:sp>
    <dsp:sp modelId="{8C07CC59-BFBB-7B4E-8491-DBB5D5F69F71}">
      <dsp:nvSpPr>
        <dsp:cNvPr id="0" name=""/>
        <dsp:cNvSpPr/>
      </dsp:nvSpPr>
      <dsp:spPr>
        <a:xfrm rot="10800000">
          <a:off x="0" y="1539529"/>
          <a:ext cx="10653577" cy="776306"/>
        </a:xfrm>
        <a:prstGeom prst="upArrowCallout">
          <a:avLst/>
        </a:prstGeom>
        <a:gradFill rotWithShape="0">
          <a:gsLst>
            <a:gs pos="0">
              <a:schemeClr val="accent5">
                <a:hueOff val="5468597"/>
                <a:satOff val="-2462"/>
                <a:lumOff val="-3058"/>
                <a:alphaOff val="0"/>
                <a:tint val="100000"/>
                <a:shade val="100000"/>
                <a:satMod val="129999"/>
              </a:schemeClr>
            </a:gs>
            <a:gs pos="100000">
              <a:schemeClr val="accent5">
                <a:hueOff val="5468597"/>
                <a:satOff val="-2462"/>
                <a:lumOff val="-30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What the System Does</a:t>
          </a:r>
          <a:endParaRPr lang="en-US" sz="1900" kern="1200"/>
        </a:p>
      </dsp:txBody>
      <dsp:txXfrm rot="10800000">
        <a:off x="0" y="1539529"/>
        <a:ext cx="10653577" cy="504420"/>
      </dsp:txXfrm>
    </dsp:sp>
    <dsp:sp modelId="{3ACAA394-35DA-C94F-A136-C11F2B77A039}">
      <dsp:nvSpPr>
        <dsp:cNvPr id="0" name=""/>
        <dsp:cNvSpPr/>
      </dsp:nvSpPr>
      <dsp:spPr>
        <a:xfrm rot="10800000">
          <a:off x="0" y="770793"/>
          <a:ext cx="10653577" cy="776306"/>
        </a:xfrm>
        <a:prstGeom prst="upArrowCallout">
          <a:avLst/>
        </a:prstGeom>
        <a:gradFill rotWithShape="0">
          <a:gsLst>
            <a:gs pos="0">
              <a:schemeClr val="accent5">
                <a:hueOff val="7291462"/>
                <a:satOff val="-3283"/>
                <a:lumOff val="-4078"/>
                <a:alphaOff val="0"/>
                <a:tint val="100000"/>
                <a:shade val="100000"/>
                <a:satMod val="129999"/>
              </a:schemeClr>
            </a:gs>
            <a:gs pos="100000">
              <a:schemeClr val="accent5">
                <a:hueOff val="7291462"/>
                <a:satOff val="-3283"/>
                <a:lumOff val="-407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Target</a:t>
          </a:r>
          <a:endParaRPr lang="en-US" sz="1900" kern="1200"/>
        </a:p>
      </dsp:txBody>
      <dsp:txXfrm rot="10800000">
        <a:off x="0" y="770793"/>
        <a:ext cx="10653577" cy="504420"/>
      </dsp:txXfrm>
    </dsp:sp>
    <dsp:sp modelId="{3C9CB03D-B27A-C644-A8AB-A3984A0EAF04}">
      <dsp:nvSpPr>
        <dsp:cNvPr id="0" name=""/>
        <dsp:cNvSpPr/>
      </dsp:nvSpPr>
      <dsp:spPr>
        <a:xfrm rot="10800000">
          <a:off x="0" y="2058"/>
          <a:ext cx="10653577" cy="776306"/>
        </a:xfrm>
        <a:prstGeom prst="upArrowCallout">
          <a:avLst/>
        </a:prstGeom>
        <a:gradFill rotWithShape="0">
          <a:gsLst>
            <a:gs pos="0">
              <a:schemeClr val="accent5">
                <a:hueOff val="9114327"/>
                <a:satOff val="-4104"/>
                <a:lumOff val="-5097"/>
                <a:alphaOff val="0"/>
                <a:tint val="100000"/>
                <a:shade val="100000"/>
                <a:satMod val="129999"/>
              </a:schemeClr>
            </a:gs>
            <a:gs pos="100000">
              <a:schemeClr val="accent5">
                <a:hueOff val="9114327"/>
                <a:satOff val="-4104"/>
                <a:lumOff val="-509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Problem </a:t>
          </a:r>
          <a:endParaRPr lang="en-US" sz="1900" kern="1200"/>
        </a:p>
      </dsp:txBody>
      <dsp:txXfrm rot="10800000">
        <a:off x="0" y="2058"/>
        <a:ext cx="10653577" cy="5044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Neue Haas Grotesk Text Pro"/>
      </a:defRPr>
    </a:lvl1pPr>
    <a:lvl2pPr indent="228600" latinLnBrk="0">
      <a:defRPr sz="1200">
        <a:latin typeface="+mj-lt"/>
        <a:ea typeface="+mj-ea"/>
        <a:cs typeface="+mj-cs"/>
        <a:sym typeface="Neue Haas Grotesk Text Pro"/>
      </a:defRPr>
    </a:lvl2pPr>
    <a:lvl3pPr indent="457200" latinLnBrk="0">
      <a:defRPr sz="1200">
        <a:latin typeface="+mj-lt"/>
        <a:ea typeface="+mj-ea"/>
        <a:cs typeface="+mj-cs"/>
        <a:sym typeface="Neue Haas Grotesk Text Pro"/>
      </a:defRPr>
    </a:lvl3pPr>
    <a:lvl4pPr indent="685800" latinLnBrk="0">
      <a:defRPr sz="1200">
        <a:latin typeface="+mj-lt"/>
        <a:ea typeface="+mj-ea"/>
        <a:cs typeface="+mj-cs"/>
        <a:sym typeface="Neue Haas Grotesk Text Pro"/>
      </a:defRPr>
    </a:lvl4pPr>
    <a:lvl5pPr indent="914400" latinLnBrk="0">
      <a:defRPr sz="1200">
        <a:latin typeface="+mj-lt"/>
        <a:ea typeface="+mj-ea"/>
        <a:cs typeface="+mj-cs"/>
        <a:sym typeface="Neue Haas Grotesk Text Pro"/>
      </a:defRPr>
    </a:lvl5pPr>
    <a:lvl6pPr indent="1143000" latinLnBrk="0">
      <a:defRPr sz="1200">
        <a:latin typeface="+mj-lt"/>
        <a:ea typeface="+mj-ea"/>
        <a:cs typeface="+mj-cs"/>
        <a:sym typeface="Neue Haas Grotesk Text Pro"/>
      </a:defRPr>
    </a:lvl6pPr>
    <a:lvl7pPr indent="1371600" latinLnBrk="0">
      <a:defRPr sz="1200">
        <a:latin typeface="+mj-lt"/>
        <a:ea typeface="+mj-ea"/>
        <a:cs typeface="+mj-cs"/>
        <a:sym typeface="Neue Haas Grotesk Text Pro"/>
      </a:defRPr>
    </a:lvl7pPr>
    <a:lvl8pPr indent="1600200" latinLnBrk="0">
      <a:defRPr sz="1200">
        <a:latin typeface="+mj-lt"/>
        <a:ea typeface="+mj-ea"/>
        <a:cs typeface="+mj-cs"/>
        <a:sym typeface="Neue Haas Grotesk Text Pro"/>
      </a:defRPr>
    </a:lvl8pPr>
    <a:lvl9pPr indent="1828800" latinLnBrk="0">
      <a:defRPr sz="1200">
        <a:latin typeface="+mj-lt"/>
        <a:ea typeface="+mj-ea"/>
        <a:cs typeface="+mj-cs"/>
        <a:sym typeface="Neue Haas Grotesk Text Pro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2301923" y="1122362"/>
            <a:ext cx="7588155" cy="2621155"/>
          </a:xfrm>
          <a:prstGeom prst="rect">
            <a:avLst/>
          </a:prstGeom>
        </p:spPr>
        <p:txBody>
          <a:bodyPr anchor="b"/>
          <a:lstStyle>
            <a:lvl1pPr algn="ctr">
              <a:defRPr sz="4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301923" y="3843708"/>
            <a:ext cx="7588155" cy="1414092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1800"/>
            </a:lvl1pPr>
            <a:lvl2pPr marL="0" indent="457200" algn="ctr">
              <a:buSzTx/>
              <a:buFontTx/>
              <a:buNone/>
              <a:defRPr sz="1800"/>
            </a:lvl2pPr>
            <a:lvl3pPr marL="0" indent="914400" algn="ctr">
              <a:buSzTx/>
              <a:buFontTx/>
              <a:buNone/>
              <a:defRPr sz="1800"/>
            </a:lvl3pPr>
            <a:lvl4pPr marL="0" indent="1371600" algn="ctr">
              <a:buSzTx/>
              <a:buFontTx/>
              <a:buNone/>
              <a:defRPr sz="1800"/>
            </a:lvl4pPr>
            <a:lvl5pPr marL="0" indent="1828800" algn="ctr">
              <a:buSzTx/>
              <a:buFontTx/>
              <a:buNone/>
              <a:defRPr sz="1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603380" y="553616"/>
            <a:ext cx="8273141" cy="4008860"/>
          </a:xfrm>
          <a:prstGeom prst="rect">
            <a:avLst/>
          </a:prstGeom>
        </p:spPr>
        <p:txBody>
          <a:bodyPr/>
          <a:lstStyle>
            <a:lvl1pPr>
              <a:defRPr sz="5400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3379" y="4589462"/>
            <a:ext cx="8273141" cy="1384618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</a:lvl1pPr>
            <a:lvl2pPr marL="0" indent="457200">
              <a:buSzTx/>
              <a:buFontTx/>
              <a:buNone/>
            </a:lvl2pPr>
            <a:lvl3pPr marL="0" indent="914400">
              <a:buSzTx/>
              <a:buFontTx/>
              <a:buNone/>
            </a:lvl3pPr>
            <a:lvl4pPr marL="0" indent="1371600">
              <a:buSzTx/>
              <a:buFontTx/>
              <a:buNone/>
            </a:lvl4pPr>
            <a:lvl5pPr marL="0" indent="1828800">
              <a:buSzTx/>
              <a:buFontTx/>
              <a:buNone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741153" cy="1132259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12648" y="1825625"/>
            <a:ext cx="5181601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609600" y="547395"/>
            <a:ext cx="10745789" cy="1143294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600" y="1685735"/>
            <a:ext cx="5157788" cy="55983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90000"/>
              </a:lnSpc>
              <a:buSzTx/>
              <a:buFontTx/>
              <a:buNone/>
              <a:defRPr b="1" cap="all"/>
            </a:lvl1pPr>
            <a:lvl2pPr marL="0" indent="457200">
              <a:lnSpc>
                <a:spcPct val="90000"/>
              </a:lnSpc>
              <a:buSzTx/>
              <a:buFontTx/>
              <a:buNone/>
              <a:defRPr b="1" cap="all"/>
            </a:lvl2pPr>
            <a:lvl3pPr marL="0" indent="914400">
              <a:lnSpc>
                <a:spcPct val="90000"/>
              </a:lnSpc>
              <a:buSzTx/>
              <a:buFontTx/>
              <a:buNone/>
              <a:defRPr b="1" cap="all"/>
            </a:lvl3pPr>
            <a:lvl4pPr marL="0" indent="1371600">
              <a:lnSpc>
                <a:spcPct val="90000"/>
              </a:lnSpc>
              <a:buSzTx/>
              <a:buFontTx/>
              <a:buNone/>
              <a:defRPr b="1" cap="all"/>
            </a:lvl4pPr>
            <a:lvl5pPr marL="0" indent="1828800">
              <a:lnSpc>
                <a:spcPct val="90000"/>
              </a:lnSpc>
              <a:buSzTx/>
              <a:buFontTx/>
              <a:buNone/>
              <a:defRPr b="1" cap="all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5735"/>
            <a:ext cx="5183188" cy="559835"/>
          </a:xfrm>
          <a:prstGeom prst="rect">
            <a:avLst/>
          </a:prstGeom>
        </p:spPr>
        <p:txBody>
          <a:bodyPr anchor="b"/>
          <a:lstStyle/>
          <a:p>
            <a:pPr marL="0" indent="0">
              <a:lnSpc>
                <a:spcPct val="90000"/>
              </a:lnSpc>
              <a:buSzTx/>
              <a:buFontTx/>
              <a:buNone/>
              <a:defRPr b="1" cap="all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597160" y="553616"/>
            <a:ext cx="3595635" cy="175750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idx="1"/>
          </p:nvPr>
        </p:nvSpPr>
        <p:spPr>
          <a:xfrm>
            <a:off x="5134707" y="553616"/>
            <a:ext cx="6279743" cy="548640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 marL="495300" indent="-266700">
              <a:defRPr sz="2800"/>
            </a:lvl2pPr>
            <a:lvl3pPr marL="777239" indent="-320039">
              <a:defRPr sz="2800"/>
            </a:lvl3pPr>
            <a:lvl4pPr marL="1041400" indent="-355600">
              <a:defRPr sz="2800"/>
            </a:lvl4pPr>
            <a:lvl5pPr marL="1270000" indent="-355600"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597160" y="2311120"/>
            <a:ext cx="3595635" cy="3728895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8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594359" y="557783"/>
            <a:ext cx="3595636" cy="221231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idx="21"/>
          </p:nvPr>
        </p:nvSpPr>
        <p:spPr>
          <a:xfrm>
            <a:off x="5063318" y="657103"/>
            <a:ext cx="6483689" cy="55559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601" y="2826136"/>
            <a:ext cx="3585587" cy="343464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653578" cy="11322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12647" y="1715531"/>
            <a:ext cx="10653580" cy="4593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0092" y="6519994"/>
            <a:ext cx="231278" cy="2311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Neue Haas Grotesk Text Pro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Neue Haas Grotesk Text Pro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Neue Haas Grotesk Text Pro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Neue Haas Grotesk Text Pro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Neue Haas Grotesk Text Pro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Neue Haas Grotesk Text Pro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Neue Haas Grotesk Text Pro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Neue Haas Grotesk Text Pro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Neue Haas Grotesk Text Pro"/>
        </a:defRPr>
      </a:lvl9pPr>
    </p:titleStyle>
    <p:bodyStyle>
      <a:lvl1pPr marL="228600" marR="0" indent="-2286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Neue Haas Grotesk Text Pro"/>
        </a:defRPr>
      </a:lvl1pPr>
      <a:lvl2pPr marL="482600" marR="0" indent="-2540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Neue Haas Grotesk Text Pro"/>
        </a:defRPr>
      </a:lvl2pPr>
      <a:lvl3pPr marL="742950" marR="0" indent="-28575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Neue Haas Grotesk Text Pro"/>
        </a:defRPr>
      </a:lvl3pPr>
      <a:lvl4pPr marL="1012371" marR="0" indent="-326571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Neue Haas Grotesk Text Pro"/>
        </a:defRPr>
      </a:lvl4pPr>
      <a:lvl5pPr marL="1295400" marR="0" indent="-3810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Neue Haas Grotesk Text Pro"/>
        </a:defRPr>
      </a:lvl5pPr>
      <a:lvl6pPr marL="2540000" marR="0" indent="-2540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Neue Haas Grotesk Text Pro"/>
        </a:defRPr>
      </a:lvl6pPr>
      <a:lvl7pPr marL="2997200" marR="0" indent="-2540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Neue Haas Grotesk Text Pro"/>
        </a:defRPr>
      </a:lvl7pPr>
      <a:lvl8pPr marL="3454400" marR="0" indent="-2540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Neue Haas Grotesk Text Pro"/>
        </a:defRPr>
      </a:lvl8pPr>
      <a:lvl9pPr marL="3911600" marR="0" indent="-2540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Neue Haas Grotesk Text Pro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eue Haas Grotesk Text Pro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eue Haas Grotesk Text Pro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eue Haas Grotesk Text Pro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eue Haas Grotesk Text Pro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eue Haas Grotesk Text Pro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eue Haas Grotesk Text Pro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eue Haas Grotesk Text Pro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eue Haas Grotesk Text Pro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eue Haas Grotesk Text Pro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50"/>
          <p:cNvSpPr/>
          <p:nvPr/>
        </p:nvSpPr>
        <p:spPr>
          <a:xfrm>
            <a:off x="0" y="31899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5" name="Title 1"/>
          <p:cNvSpPr txBox="1">
            <a:spLocks noGrp="1"/>
          </p:cNvSpPr>
          <p:nvPr>
            <p:ph type="ctrTitle"/>
          </p:nvPr>
        </p:nvSpPr>
        <p:spPr>
          <a:xfrm>
            <a:off x="612648" y="1114924"/>
            <a:ext cx="4012516" cy="136072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2800"/>
            </a:pPr>
            <a:r>
              <a:rPr dirty="0"/>
              <a:t>Language Sandbox</a:t>
            </a:r>
            <a:br>
              <a:rPr dirty="0"/>
            </a:br>
            <a:r>
              <a:rPr lang="en-US" dirty="0" err="1"/>
              <a:t>PyQuest</a:t>
            </a:r>
            <a:endParaRPr dirty="0"/>
          </a:p>
        </p:txBody>
      </p:sp>
      <p:sp>
        <p:nvSpPr>
          <p:cNvPr id="96" name="Subtitle 2"/>
          <p:cNvSpPr txBox="1">
            <a:spLocks noGrp="1"/>
          </p:cNvSpPr>
          <p:nvPr>
            <p:ph type="subTitle" sz="quarter" idx="1"/>
          </p:nvPr>
        </p:nvSpPr>
        <p:spPr>
          <a:xfrm>
            <a:off x="612647" y="2584057"/>
            <a:ext cx="4621555" cy="3816743"/>
          </a:xfrm>
          <a:prstGeom prst="rect">
            <a:avLst/>
          </a:prstGeom>
        </p:spPr>
        <p:txBody>
          <a:bodyPr/>
          <a:lstStyle/>
          <a:p>
            <a:pPr indent="-228600" algn="l">
              <a:buSzPct val="100000"/>
              <a:buFont typeface="Arial"/>
              <a:buChar char="•"/>
            </a:pPr>
            <a:r>
              <a:rPr dirty="0"/>
              <a:t>Aya </a:t>
            </a:r>
            <a:r>
              <a:rPr dirty="0" err="1"/>
              <a:t>khattab</a:t>
            </a:r>
            <a:r>
              <a:rPr dirty="0"/>
              <a:t> </a:t>
            </a:r>
          </a:p>
          <a:p>
            <a:pPr indent="-228600" algn="l">
              <a:buSzPct val="100000"/>
              <a:buFont typeface="Arial"/>
              <a:buChar char="•"/>
            </a:pPr>
            <a:r>
              <a:rPr dirty="0" err="1"/>
              <a:t>Mayar</a:t>
            </a:r>
            <a:r>
              <a:rPr dirty="0"/>
              <a:t> </a:t>
            </a:r>
            <a:r>
              <a:rPr dirty="0" err="1"/>
              <a:t>Elmenisy</a:t>
            </a:r>
            <a:endParaRPr dirty="0"/>
          </a:p>
          <a:p>
            <a:pPr indent="-228600" algn="l">
              <a:buSzPct val="100000"/>
              <a:buFont typeface="Arial"/>
              <a:buChar char="•"/>
            </a:pPr>
            <a:r>
              <a:rPr dirty="0" err="1"/>
              <a:t>Yousra</a:t>
            </a:r>
            <a:r>
              <a:rPr dirty="0"/>
              <a:t> Okasha </a:t>
            </a:r>
          </a:p>
          <a:p>
            <a:pPr indent="-228600" algn="l">
              <a:buSzPct val="100000"/>
              <a:buFont typeface="Arial"/>
              <a:buChar char="•"/>
            </a:pPr>
            <a:r>
              <a:rPr dirty="0"/>
              <a:t>Yassin Zakaria </a:t>
            </a:r>
          </a:p>
          <a:p>
            <a:pPr indent="-228600" algn="l">
              <a:buSzPct val="100000"/>
              <a:buFont typeface="Arial"/>
              <a:buChar char="•"/>
            </a:pPr>
            <a:r>
              <a:rPr dirty="0"/>
              <a:t>Youssef Yasser</a:t>
            </a:r>
          </a:p>
          <a:p>
            <a:pPr indent="-228600" algn="l">
              <a:buSzPct val="100000"/>
              <a:buFont typeface="Arial"/>
              <a:buChar char="•"/>
            </a:pPr>
            <a:r>
              <a:rPr dirty="0"/>
              <a:t>Youssef Ihab</a:t>
            </a:r>
          </a:p>
          <a:p>
            <a:pPr indent="-228600" algn="l">
              <a:buSzPct val="100000"/>
              <a:buFont typeface="Arial"/>
              <a:buChar char="•"/>
            </a:pPr>
            <a:r>
              <a:rPr dirty="0" err="1"/>
              <a:t>Submiited</a:t>
            </a:r>
            <a:r>
              <a:rPr dirty="0"/>
              <a:t> to </a:t>
            </a:r>
            <a:r>
              <a:rPr dirty="0" err="1"/>
              <a:t>DR.Mohamd</a:t>
            </a:r>
            <a:r>
              <a:rPr dirty="0"/>
              <a:t> Khalaf</a:t>
            </a:r>
            <a:endParaRPr lang="en-US" dirty="0"/>
          </a:p>
          <a:p>
            <a:pPr indent="-228600" algn="l">
              <a:buSzPct val="100000"/>
              <a:buFont typeface="Arial"/>
              <a:buChar char="•"/>
            </a:pPr>
            <a:r>
              <a:rPr lang="en-EG" dirty="0"/>
              <a:t>Course: Structure of programming</a:t>
            </a:r>
            <a:endParaRPr dirty="0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120D250B-1CE8-AA56-6DE3-61AEAAAFCE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873" y="1568450"/>
            <a:ext cx="6921417" cy="483235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A8CDD-352D-08B5-79A0-F3B3B043F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9"/>
          </a:xfrm>
        </p:spPr>
        <p:txBody>
          <a:bodyPr anchor="ctr">
            <a:normAutofit/>
          </a:bodyPr>
          <a:lstStyle/>
          <a:p>
            <a:r>
              <a:rPr lang="en-EG" dirty="0"/>
              <a:t>Agenda 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25EE369E-B810-CBA5-578C-C782D70C2C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0218337"/>
              </p:ext>
            </p:extLst>
          </p:nvPr>
        </p:nvGraphicFramePr>
        <p:xfrm>
          <a:off x="612648" y="1871399"/>
          <a:ext cx="10653578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799447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0" name="Title 1"/>
          <p:cNvSpPr txBox="1">
            <a:spLocks noGrp="1"/>
          </p:cNvSpPr>
          <p:nvPr>
            <p:ph type="ctrTitle"/>
          </p:nvPr>
        </p:nvSpPr>
        <p:spPr>
          <a:xfrm>
            <a:off x="612648" y="548637"/>
            <a:ext cx="3493010" cy="5788154"/>
          </a:xfrm>
          <a:prstGeom prst="rect">
            <a:avLst/>
          </a:prstGeom>
        </p:spPr>
        <p:txBody>
          <a:bodyPr anchor="ctr"/>
          <a:lstStyle>
            <a:lvl1pPr algn="l"/>
          </a:lstStyle>
          <a:p>
            <a:r>
              <a:t>Problem</a:t>
            </a:r>
          </a:p>
        </p:txBody>
      </p:sp>
      <p:grpSp>
        <p:nvGrpSpPr>
          <p:cNvPr id="113" name="Diagram 6"/>
          <p:cNvGrpSpPr/>
          <p:nvPr/>
        </p:nvGrpSpPr>
        <p:grpSpPr>
          <a:xfrm>
            <a:off x="4608245" y="551041"/>
            <a:ext cx="6949442" cy="5781834"/>
            <a:chOff x="0" y="0"/>
            <a:chExt cx="6949440" cy="5781833"/>
          </a:xfrm>
        </p:grpSpPr>
        <p:sp>
          <p:nvSpPr>
            <p:cNvPr id="101" name="Rounded Rectangle"/>
            <p:cNvSpPr/>
            <p:nvPr/>
          </p:nvSpPr>
          <p:spPr>
            <a:xfrm>
              <a:off x="0" y="0"/>
              <a:ext cx="6949441" cy="1217229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2" name="Square"/>
            <p:cNvSpPr/>
            <p:nvPr/>
          </p:nvSpPr>
          <p:spPr>
            <a:xfrm>
              <a:off x="368210" y="273876"/>
              <a:ext cx="669477" cy="669477"/>
            </a:xfrm>
            <a:prstGeom prst="rect">
              <a:avLst/>
            </a:prstGeom>
            <a:blipFill rotWithShape="1">
              <a:blip r:embed="rId2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3" name="Lack of Interactive Practice"/>
            <p:cNvSpPr txBox="1"/>
            <p:nvPr/>
          </p:nvSpPr>
          <p:spPr>
            <a:xfrm>
              <a:off x="1405898" y="314691"/>
              <a:ext cx="5543542" cy="5878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8822" tIns="128822" rIns="128822" bIns="128822" numCol="1" anchor="ctr">
              <a:spAutoFit/>
            </a:bodyPr>
            <a:lstStyle>
              <a:lvl1pPr defTabSz="977900">
                <a:spcBef>
                  <a:spcPts val="900"/>
                </a:spcBef>
                <a:defRPr sz="2200" b="1"/>
              </a:lvl1pPr>
            </a:lstStyle>
            <a:p>
              <a:r>
                <a:t>Lack of Interactive Practice</a:t>
              </a:r>
            </a:p>
          </p:txBody>
        </p:sp>
        <p:sp>
          <p:nvSpPr>
            <p:cNvPr id="104" name="Rounded Rectangle"/>
            <p:cNvSpPr/>
            <p:nvPr/>
          </p:nvSpPr>
          <p:spPr>
            <a:xfrm>
              <a:off x="0" y="1521536"/>
              <a:ext cx="6949441" cy="1217229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5" name="Square"/>
            <p:cNvSpPr/>
            <p:nvPr/>
          </p:nvSpPr>
          <p:spPr>
            <a:xfrm>
              <a:off x="368210" y="1795411"/>
              <a:ext cx="669477" cy="669476"/>
            </a:xfrm>
            <a:prstGeom prst="rect">
              <a:avLst/>
            </a:prstGeom>
            <a:blipFill rotWithShape="1">
              <a:blip r:embed="rId3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6" name="Difficulty with Syntax and Logic Errors"/>
            <p:cNvSpPr txBox="1"/>
            <p:nvPr/>
          </p:nvSpPr>
          <p:spPr>
            <a:xfrm>
              <a:off x="1405898" y="1836227"/>
              <a:ext cx="5543542" cy="5878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8822" tIns="128822" rIns="128822" bIns="128822" numCol="1" anchor="ctr">
              <a:spAutoFit/>
            </a:bodyPr>
            <a:lstStyle>
              <a:lvl1pPr defTabSz="977900">
                <a:spcBef>
                  <a:spcPts val="900"/>
                </a:spcBef>
                <a:defRPr sz="2200" b="1"/>
              </a:lvl1pPr>
            </a:lstStyle>
            <a:p>
              <a:r>
                <a:t>Difficulty with Syntax and Logic Errors</a:t>
              </a:r>
            </a:p>
          </p:txBody>
        </p:sp>
        <p:sp>
          <p:nvSpPr>
            <p:cNvPr id="107" name="Rounded Rectangle"/>
            <p:cNvSpPr/>
            <p:nvPr/>
          </p:nvSpPr>
          <p:spPr>
            <a:xfrm>
              <a:off x="0" y="3043071"/>
              <a:ext cx="6949441" cy="1217229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8" name="Square"/>
            <p:cNvSpPr/>
            <p:nvPr/>
          </p:nvSpPr>
          <p:spPr>
            <a:xfrm>
              <a:off x="368210" y="3316947"/>
              <a:ext cx="669477" cy="669476"/>
            </a:xfrm>
            <a:prstGeom prst="rect">
              <a:avLst/>
            </a:prstGeom>
            <a:blipFill rotWithShape="1">
              <a:blip r:embed="rId4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9" name="Manual checking takes time"/>
            <p:cNvSpPr txBox="1"/>
            <p:nvPr/>
          </p:nvSpPr>
          <p:spPr>
            <a:xfrm>
              <a:off x="1405898" y="3357762"/>
              <a:ext cx="5543542" cy="5878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8822" tIns="128822" rIns="128822" bIns="128822" numCol="1" anchor="ctr">
              <a:spAutoFit/>
            </a:bodyPr>
            <a:lstStyle>
              <a:lvl1pPr defTabSz="977900">
                <a:spcBef>
                  <a:spcPts val="900"/>
                </a:spcBef>
                <a:defRPr sz="2200"/>
              </a:lvl1pPr>
            </a:lstStyle>
            <a:p>
              <a:r>
                <a:t>Manual checking takes time</a:t>
              </a:r>
            </a:p>
          </p:txBody>
        </p:sp>
        <p:sp>
          <p:nvSpPr>
            <p:cNvPr id="110" name="Rounded Rectangle"/>
            <p:cNvSpPr/>
            <p:nvPr/>
          </p:nvSpPr>
          <p:spPr>
            <a:xfrm>
              <a:off x="0" y="4564605"/>
              <a:ext cx="6949441" cy="1217229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1" name="Square"/>
            <p:cNvSpPr/>
            <p:nvPr/>
          </p:nvSpPr>
          <p:spPr>
            <a:xfrm>
              <a:off x="368210" y="4838482"/>
              <a:ext cx="669477" cy="669476"/>
            </a:xfrm>
            <a:prstGeom prst="rect">
              <a:avLst/>
            </a:prstGeom>
            <a:blipFill rotWithShape="1">
              <a:blip r:embed="rId5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2" name="Learners need instant feedback"/>
            <p:cNvSpPr txBox="1"/>
            <p:nvPr/>
          </p:nvSpPr>
          <p:spPr>
            <a:xfrm>
              <a:off x="1405898" y="4879296"/>
              <a:ext cx="5543542" cy="5878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8822" tIns="128822" rIns="128822" bIns="128822" numCol="1" anchor="ctr">
              <a:spAutoFit/>
            </a:bodyPr>
            <a:lstStyle>
              <a:lvl1pPr defTabSz="977900">
                <a:spcBef>
                  <a:spcPts val="900"/>
                </a:spcBef>
                <a:defRPr sz="2200"/>
              </a:lvl1pPr>
            </a:lstStyle>
            <a:p>
              <a:r>
                <a:t>Learners need instant feedback</a:t>
              </a:r>
            </a:p>
          </p:txBody>
        </p:sp>
      </p:grp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"/>
          <p:cNvSpPr/>
          <p:nvPr/>
        </p:nvSpPr>
        <p:spPr>
          <a:xfrm>
            <a:off x="2944808" y="37311"/>
            <a:ext cx="6302384" cy="12732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80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chemeClr val="accent1">
                <a:lumOff val="-6980"/>
              </a:schemeClr>
            </a:solidFill>
            <a:miter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16" name="Title 1"/>
          <p:cNvSpPr txBox="1">
            <a:spLocks noGrp="1"/>
          </p:cNvSpPr>
          <p:nvPr>
            <p:ph type="ctrTitle"/>
          </p:nvPr>
        </p:nvSpPr>
        <p:spPr>
          <a:xfrm>
            <a:off x="366291" y="2615983"/>
            <a:ext cx="2030328" cy="1626034"/>
          </a:xfrm>
          <a:prstGeom prst="rect">
            <a:avLst/>
          </a:prstGeom>
        </p:spPr>
        <p:txBody>
          <a:bodyPr anchor="ctr"/>
          <a:lstStyle>
            <a:lvl1pPr algn="l">
              <a:defRPr sz="4200"/>
            </a:lvl1pPr>
          </a:lstStyle>
          <a:p>
            <a:r>
              <a:rPr dirty="0"/>
              <a:t>Target</a:t>
            </a:r>
          </a:p>
        </p:txBody>
      </p:sp>
      <p:grpSp>
        <p:nvGrpSpPr>
          <p:cNvPr id="132" name="Diagram 5"/>
          <p:cNvGrpSpPr/>
          <p:nvPr/>
        </p:nvGrpSpPr>
        <p:grpSpPr>
          <a:xfrm>
            <a:off x="4907880" y="2079889"/>
            <a:ext cx="6949441" cy="3652161"/>
            <a:chOff x="0" y="0"/>
            <a:chExt cx="6949440" cy="3652159"/>
          </a:xfrm>
        </p:grpSpPr>
        <p:grpSp>
          <p:nvGrpSpPr>
            <p:cNvPr id="119" name="Group"/>
            <p:cNvGrpSpPr/>
            <p:nvPr/>
          </p:nvGrpSpPr>
          <p:grpSpPr>
            <a:xfrm>
              <a:off x="0" y="0"/>
              <a:ext cx="6949441" cy="647596"/>
              <a:chOff x="0" y="0"/>
              <a:chExt cx="6949440" cy="647595"/>
            </a:xfrm>
          </p:grpSpPr>
          <p:sp>
            <p:nvSpPr>
              <p:cNvPr id="117" name="Rounded Rectangle"/>
              <p:cNvSpPr/>
              <p:nvPr/>
            </p:nvSpPr>
            <p:spPr>
              <a:xfrm>
                <a:off x="0" y="0"/>
                <a:ext cx="6949441" cy="647596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200150">
                  <a:lnSpc>
                    <a:spcPct val="90000"/>
                  </a:lnSpc>
                  <a:spcBef>
                    <a:spcPts val="700"/>
                  </a:spcBef>
                  <a:defRPr sz="27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18" name="Reinforce Core Python Concepts"/>
              <p:cNvSpPr txBox="1"/>
              <p:nvPr/>
            </p:nvSpPr>
            <p:spPr>
              <a:xfrm>
                <a:off x="31612" y="17727"/>
                <a:ext cx="6886215" cy="6121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02870" tIns="102870" rIns="102870" bIns="102870" numCol="1" anchor="ctr">
                <a:spAutoFit/>
              </a:bodyPr>
              <a:lstStyle>
                <a:lvl1pPr defTabSz="1200150">
                  <a:lnSpc>
                    <a:spcPct val="90000"/>
                  </a:lnSpc>
                  <a:spcBef>
                    <a:spcPts val="1100"/>
                  </a:spcBef>
                  <a:defRPr sz="2700">
                    <a:solidFill>
                      <a:srgbClr val="FFFFFF"/>
                    </a:solidFill>
                  </a:defRPr>
                </a:lvl1pPr>
              </a:lstStyle>
              <a:p>
                <a:r>
                  <a:t>Reinforce Core Python Concepts</a:t>
                </a:r>
              </a:p>
            </p:txBody>
          </p:sp>
        </p:grpSp>
        <p:grpSp>
          <p:nvGrpSpPr>
            <p:cNvPr id="122" name="Group"/>
            <p:cNvGrpSpPr/>
            <p:nvPr/>
          </p:nvGrpSpPr>
          <p:grpSpPr>
            <a:xfrm>
              <a:off x="0" y="725354"/>
              <a:ext cx="6949441" cy="647597"/>
              <a:chOff x="0" y="0"/>
              <a:chExt cx="6949440" cy="647595"/>
            </a:xfrm>
          </p:grpSpPr>
          <p:sp>
            <p:nvSpPr>
              <p:cNvPr id="120" name="Rounded Rectangle"/>
              <p:cNvSpPr/>
              <p:nvPr/>
            </p:nvSpPr>
            <p:spPr>
              <a:xfrm>
                <a:off x="0" y="0"/>
                <a:ext cx="6949441" cy="647596"/>
              </a:xfrm>
              <a:prstGeom prst="roundRect">
                <a:avLst>
                  <a:gd name="adj" fmla="val 16667"/>
                </a:avLst>
              </a:prstGeom>
              <a:solidFill>
                <a:srgbClr val="A1883F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200150">
                  <a:lnSpc>
                    <a:spcPct val="90000"/>
                  </a:lnSpc>
                  <a:spcBef>
                    <a:spcPts val="700"/>
                  </a:spcBef>
                  <a:defRPr sz="27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21" name="Implement micro-learning"/>
              <p:cNvSpPr txBox="1"/>
              <p:nvPr/>
            </p:nvSpPr>
            <p:spPr>
              <a:xfrm>
                <a:off x="31612" y="17727"/>
                <a:ext cx="6886215" cy="6121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02870" tIns="102870" rIns="102870" bIns="102870" numCol="1" anchor="ctr">
                <a:spAutoFit/>
              </a:bodyPr>
              <a:lstStyle>
                <a:lvl1pPr defTabSz="1200150">
                  <a:lnSpc>
                    <a:spcPct val="90000"/>
                  </a:lnSpc>
                  <a:spcBef>
                    <a:spcPts val="1100"/>
                  </a:spcBef>
                  <a:defRPr sz="2700">
                    <a:solidFill>
                      <a:srgbClr val="FFFFFF"/>
                    </a:solidFill>
                  </a:defRPr>
                </a:lvl1pPr>
              </a:lstStyle>
              <a:p>
                <a:r>
                  <a:t>Implement micro-learning</a:t>
                </a:r>
              </a:p>
            </p:txBody>
          </p:sp>
        </p:grpSp>
        <p:grpSp>
          <p:nvGrpSpPr>
            <p:cNvPr id="125" name="Group"/>
            <p:cNvGrpSpPr/>
            <p:nvPr/>
          </p:nvGrpSpPr>
          <p:grpSpPr>
            <a:xfrm>
              <a:off x="0" y="1450710"/>
              <a:ext cx="6949441" cy="647596"/>
              <a:chOff x="0" y="0"/>
              <a:chExt cx="6949440" cy="647595"/>
            </a:xfrm>
          </p:grpSpPr>
          <p:sp>
            <p:nvSpPr>
              <p:cNvPr id="123" name="Rounded Rectangle"/>
              <p:cNvSpPr/>
              <p:nvPr/>
            </p:nvSpPr>
            <p:spPr>
              <a:xfrm>
                <a:off x="0" y="0"/>
                <a:ext cx="6949441" cy="647596"/>
              </a:xfrm>
              <a:prstGeom prst="roundRect">
                <a:avLst>
                  <a:gd name="adj" fmla="val 16667"/>
                </a:avLst>
              </a:prstGeom>
              <a:solidFill>
                <a:srgbClr val="799B3F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200150">
                  <a:lnSpc>
                    <a:spcPct val="90000"/>
                  </a:lnSpc>
                  <a:spcBef>
                    <a:spcPts val="700"/>
                  </a:spcBef>
                  <a:defRPr sz="27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24" name="Give helpful hints when they struggle"/>
              <p:cNvSpPr txBox="1"/>
              <p:nvPr/>
            </p:nvSpPr>
            <p:spPr>
              <a:xfrm>
                <a:off x="31612" y="17727"/>
                <a:ext cx="6886215" cy="6121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02870" tIns="102870" rIns="102870" bIns="102870" numCol="1" anchor="ctr">
                <a:spAutoFit/>
              </a:bodyPr>
              <a:lstStyle>
                <a:lvl1pPr defTabSz="1200150">
                  <a:lnSpc>
                    <a:spcPct val="90000"/>
                  </a:lnSpc>
                  <a:spcBef>
                    <a:spcPts val="1100"/>
                  </a:spcBef>
                  <a:defRPr sz="2700">
                    <a:solidFill>
                      <a:srgbClr val="FFFFFF"/>
                    </a:solidFill>
                  </a:defRPr>
                </a:lvl1pPr>
              </a:lstStyle>
              <a:p>
                <a:r>
                  <a:t>Give helpful hints when they struggle</a:t>
                </a:r>
              </a:p>
            </p:txBody>
          </p:sp>
        </p:grpSp>
        <p:grpSp>
          <p:nvGrpSpPr>
            <p:cNvPr id="128" name="Group"/>
            <p:cNvGrpSpPr/>
            <p:nvPr/>
          </p:nvGrpSpPr>
          <p:grpSpPr>
            <a:xfrm>
              <a:off x="0" y="2222364"/>
              <a:ext cx="6949441" cy="647596"/>
              <a:chOff x="0" y="0"/>
              <a:chExt cx="6949440" cy="647595"/>
            </a:xfrm>
          </p:grpSpPr>
          <p:sp>
            <p:nvSpPr>
              <p:cNvPr id="126" name="Rounded Rectangle"/>
              <p:cNvSpPr/>
              <p:nvPr/>
            </p:nvSpPr>
            <p:spPr>
              <a:xfrm>
                <a:off x="0" y="0"/>
                <a:ext cx="6949441" cy="647596"/>
              </a:xfrm>
              <a:prstGeom prst="roundRect">
                <a:avLst>
                  <a:gd name="adj" fmla="val 16667"/>
                </a:avLst>
              </a:prstGeom>
              <a:solidFill>
                <a:srgbClr val="3E963E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200150">
                  <a:lnSpc>
                    <a:spcPct val="90000"/>
                  </a:lnSpc>
                  <a:spcBef>
                    <a:spcPts val="700"/>
                  </a:spcBef>
                  <a:defRPr sz="27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27" name="Explain mistakes so the user learns"/>
              <p:cNvSpPr txBox="1"/>
              <p:nvPr/>
            </p:nvSpPr>
            <p:spPr>
              <a:xfrm>
                <a:off x="31612" y="17727"/>
                <a:ext cx="6886215" cy="6121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02870" tIns="102870" rIns="102870" bIns="102870" numCol="1" anchor="ctr">
                <a:spAutoFit/>
              </a:bodyPr>
              <a:lstStyle>
                <a:lvl1pPr defTabSz="1200150">
                  <a:lnSpc>
                    <a:spcPct val="90000"/>
                  </a:lnSpc>
                  <a:spcBef>
                    <a:spcPts val="1100"/>
                  </a:spcBef>
                  <a:defRPr sz="2700">
                    <a:solidFill>
                      <a:srgbClr val="FFFFFF"/>
                    </a:solidFill>
                  </a:defRPr>
                </a:lvl1pPr>
              </a:lstStyle>
              <a:p>
                <a:r>
                  <a:t>Explain mistakes so the user learns</a:t>
                </a:r>
              </a:p>
            </p:txBody>
          </p:sp>
        </p:grpSp>
        <p:grpSp>
          <p:nvGrpSpPr>
            <p:cNvPr id="131" name="Group"/>
            <p:cNvGrpSpPr/>
            <p:nvPr/>
          </p:nvGrpSpPr>
          <p:grpSpPr>
            <a:xfrm>
              <a:off x="0" y="3004564"/>
              <a:ext cx="6949441" cy="647596"/>
              <a:chOff x="0" y="0"/>
              <a:chExt cx="6949440" cy="647595"/>
            </a:xfrm>
          </p:grpSpPr>
          <p:sp>
            <p:nvSpPr>
              <p:cNvPr id="129" name="Rounded Rectangle"/>
              <p:cNvSpPr/>
              <p:nvPr/>
            </p:nvSpPr>
            <p:spPr>
              <a:xfrm>
                <a:off x="0" y="0"/>
                <a:ext cx="6949441" cy="647596"/>
              </a:xfrm>
              <a:prstGeom prst="roundRect">
                <a:avLst>
                  <a:gd name="adj" fmla="val 16667"/>
                </a:avLst>
              </a:prstGeom>
              <a:solidFill>
                <a:schemeClr val="accent6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200150">
                  <a:lnSpc>
                    <a:spcPct val="90000"/>
                  </a:lnSpc>
                  <a:spcBef>
                    <a:spcPts val="700"/>
                  </a:spcBef>
                  <a:defRPr sz="27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30" name="Build confidence through guided practice."/>
              <p:cNvSpPr txBox="1"/>
              <p:nvPr/>
            </p:nvSpPr>
            <p:spPr>
              <a:xfrm>
                <a:off x="31612" y="17727"/>
                <a:ext cx="6886215" cy="6121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02870" tIns="102870" rIns="102870" bIns="102870" numCol="1" anchor="ctr">
                <a:spAutoFit/>
              </a:bodyPr>
              <a:lstStyle>
                <a:lvl1pPr defTabSz="1200150">
                  <a:lnSpc>
                    <a:spcPct val="90000"/>
                  </a:lnSpc>
                  <a:spcBef>
                    <a:spcPts val="1100"/>
                  </a:spcBef>
                  <a:defRPr sz="2700">
                    <a:solidFill>
                      <a:srgbClr val="FFFFFF"/>
                    </a:solidFill>
                  </a:defRPr>
                </a:lvl1pPr>
              </a:lstStyle>
              <a:p>
                <a:r>
                  <a:t>Build confidence through guided practice.</a:t>
                </a:r>
              </a:p>
            </p:txBody>
          </p:sp>
        </p:grpSp>
      </p:grpSp>
      <p:sp>
        <p:nvSpPr>
          <p:cNvPr id="133" name="“Because Learning Code Shouldn’t Hurt.”"/>
          <p:cNvSpPr txBox="1"/>
          <p:nvPr/>
        </p:nvSpPr>
        <p:spPr>
          <a:xfrm>
            <a:off x="3456463" y="696248"/>
            <a:ext cx="5279074" cy="447041"/>
          </a:xfrm>
          <a:prstGeom prst="rect">
            <a:avLst/>
          </a:prstGeom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 defTabSz="457200">
              <a:defRPr sz="2300" b="1" i="1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“Because Learning Code Shouldn’t Hurt.”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le 1"/>
          <p:cNvSpPr txBox="1">
            <a:spLocks noGrp="1"/>
          </p:cNvSpPr>
          <p:nvPr>
            <p:ph type="ctrTitle"/>
          </p:nvPr>
        </p:nvSpPr>
        <p:spPr>
          <a:xfrm>
            <a:off x="612647" y="548640"/>
            <a:ext cx="10945039" cy="1133857"/>
          </a:xfrm>
          <a:prstGeom prst="rect">
            <a:avLst/>
          </a:prstGeom>
        </p:spPr>
        <p:txBody>
          <a:bodyPr anchor="t"/>
          <a:lstStyle/>
          <a:p>
            <a:pPr algn="l">
              <a:defRPr sz="3600"/>
            </a:pPr>
            <a:r>
              <a:rPr dirty="0"/>
              <a:t>What the System Does</a:t>
            </a:r>
            <a:br>
              <a:rPr dirty="0"/>
            </a:br>
            <a:endParaRPr dirty="0"/>
          </a:p>
        </p:txBody>
      </p:sp>
      <p:grpSp>
        <p:nvGrpSpPr>
          <p:cNvPr id="144" name="Diagram 6"/>
          <p:cNvGrpSpPr/>
          <p:nvPr/>
        </p:nvGrpSpPr>
        <p:grpSpPr>
          <a:xfrm>
            <a:off x="2023499" y="3265857"/>
            <a:ext cx="8145002" cy="1080036"/>
            <a:chOff x="0" y="0"/>
            <a:chExt cx="8145000" cy="1080035"/>
          </a:xfrm>
        </p:grpSpPr>
        <p:sp>
          <p:nvSpPr>
            <p:cNvPr id="136" name="Square"/>
            <p:cNvSpPr/>
            <p:nvPr/>
          </p:nvSpPr>
          <p:spPr>
            <a:xfrm>
              <a:off x="494999" y="0"/>
              <a:ext cx="810001" cy="810001"/>
            </a:xfrm>
            <a:prstGeom prst="rect">
              <a:avLst/>
            </a:prstGeom>
            <a:blipFill rotWithShape="1">
              <a:blip r:embed="rId2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37" name="Loads Topic-Based Questions"/>
            <p:cNvSpPr/>
            <p:nvPr/>
          </p:nvSpPr>
          <p:spPr>
            <a:xfrm>
              <a:off x="0" y="1080035"/>
              <a:ext cx="18000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 defTabSz="666750">
                <a:spcBef>
                  <a:spcPts val="600"/>
                </a:spcBef>
                <a:defRPr sz="1500"/>
              </a:lvl1pPr>
            </a:lstStyle>
            <a:p>
              <a:r>
                <a:t>Loads Topic-Based Questions</a:t>
              </a:r>
            </a:p>
          </p:txBody>
        </p:sp>
        <p:sp>
          <p:nvSpPr>
            <p:cNvPr id="138" name="Square"/>
            <p:cNvSpPr/>
            <p:nvPr/>
          </p:nvSpPr>
          <p:spPr>
            <a:xfrm>
              <a:off x="2609999" y="0"/>
              <a:ext cx="810002" cy="810001"/>
            </a:xfrm>
            <a:prstGeom prst="rect">
              <a:avLst/>
            </a:prstGeom>
            <a:blipFill rotWithShape="1">
              <a:blip r:embed="rId3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39" name="Manages User Game Flow"/>
            <p:cNvSpPr/>
            <p:nvPr/>
          </p:nvSpPr>
          <p:spPr>
            <a:xfrm>
              <a:off x="2114999" y="1080035"/>
              <a:ext cx="18000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 defTabSz="666750">
                <a:spcBef>
                  <a:spcPts val="600"/>
                </a:spcBef>
                <a:defRPr sz="1500"/>
              </a:lvl1pPr>
            </a:lstStyle>
            <a:p>
              <a:r>
                <a:t>Manages User Game Flow</a:t>
              </a:r>
            </a:p>
          </p:txBody>
        </p:sp>
        <p:sp>
          <p:nvSpPr>
            <p:cNvPr id="140" name="Square"/>
            <p:cNvSpPr/>
            <p:nvPr/>
          </p:nvSpPr>
          <p:spPr>
            <a:xfrm>
              <a:off x="4724999" y="0"/>
              <a:ext cx="810001" cy="810001"/>
            </a:xfrm>
            <a:prstGeom prst="rect">
              <a:avLst/>
            </a:prstGeom>
            <a:blipFill rotWithShape="1">
              <a:blip r:embed="rId4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41" name="Validates User Answers"/>
            <p:cNvSpPr/>
            <p:nvPr/>
          </p:nvSpPr>
          <p:spPr>
            <a:xfrm>
              <a:off x="4230000" y="1080035"/>
              <a:ext cx="18000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 defTabSz="666750">
                <a:spcBef>
                  <a:spcPts val="600"/>
                </a:spcBef>
                <a:defRPr sz="1500"/>
              </a:lvl1pPr>
            </a:lstStyle>
            <a:p>
              <a:r>
                <a:t>Validates User Answers</a:t>
              </a:r>
            </a:p>
          </p:txBody>
        </p:sp>
        <p:sp>
          <p:nvSpPr>
            <p:cNvPr id="142" name="Square"/>
            <p:cNvSpPr/>
            <p:nvPr/>
          </p:nvSpPr>
          <p:spPr>
            <a:xfrm>
              <a:off x="6840000" y="0"/>
              <a:ext cx="810001" cy="810001"/>
            </a:xfrm>
            <a:prstGeom prst="rect">
              <a:avLst/>
            </a:prstGeom>
            <a:blipFill rotWithShape="1">
              <a:blip r:embed="rId5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43" name="Provides Instant Feedback"/>
            <p:cNvSpPr/>
            <p:nvPr/>
          </p:nvSpPr>
          <p:spPr>
            <a:xfrm>
              <a:off x="6345000" y="1080035"/>
              <a:ext cx="18000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 defTabSz="666750">
                <a:spcBef>
                  <a:spcPts val="600"/>
                </a:spcBef>
                <a:defRPr sz="1500"/>
              </a:lvl1pPr>
            </a:lstStyle>
            <a:p>
              <a:r>
                <a:t>Provides Instant Feedback</a:t>
              </a:r>
            </a:p>
          </p:txBody>
        </p:sp>
      </p:grpSp>
      <p:sp>
        <p:nvSpPr>
          <p:cNvPr id="145" name="Line"/>
          <p:cNvSpPr/>
          <p:nvPr/>
        </p:nvSpPr>
        <p:spPr>
          <a:xfrm flipV="1">
            <a:off x="5137760" y="2880700"/>
            <a:ext cx="469065" cy="469064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6" name="Line"/>
          <p:cNvSpPr/>
          <p:nvPr/>
        </p:nvSpPr>
        <p:spPr>
          <a:xfrm flipH="1" flipV="1">
            <a:off x="4481850" y="2945985"/>
            <a:ext cx="403780" cy="403779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7" name="Question progression"/>
          <p:cNvSpPr txBox="1"/>
          <p:nvPr/>
        </p:nvSpPr>
        <p:spPr>
          <a:xfrm>
            <a:off x="3868882" y="2454762"/>
            <a:ext cx="851537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Question progression</a:t>
            </a:r>
          </a:p>
        </p:txBody>
      </p:sp>
      <p:sp>
        <p:nvSpPr>
          <p:cNvPr id="148" name="score"/>
          <p:cNvSpPr txBox="1"/>
          <p:nvPr/>
        </p:nvSpPr>
        <p:spPr>
          <a:xfrm>
            <a:off x="5536222" y="2578298"/>
            <a:ext cx="425684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score</a:t>
            </a:r>
          </a:p>
        </p:txBody>
      </p:sp>
      <p:sp>
        <p:nvSpPr>
          <p:cNvPr id="150" name="current game state"/>
          <p:cNvSpPr txBox="1"/>
          <p:nvPr/>
        </p:nvSpPr>
        <p:spPr>
          <a:xfrm>
            <a:off x="4524773" y="2098096"/>
            <a:ext cx="104495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endParaRPr dirty="0"/>
          </a:p>
        </p:txBody>
      </p:sp>
      <p:sp>
        <p:nvSpPr>
          <p:cNvPr id="151" name="User responses VS. Correct answers"/>
          <p:cNvSpPr txBox="1"/>
          <p:nvPr/>
        </p:nvSpPr>
        <p:spPr>
          <a:xfrm>
            <a:off x="6314091" y="2678282"/>
            <a:ext cx="2314983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dirty="0"/>
              <a:t>User responses VS. Correct answers</a:t>
            </a:r>
          </a:p>
        </p:txBody>
      </p:sp>
      <p:sp>
        <p:nvSpPr>
          <p:cNvPr id="152" name="Line"/>
          <p:cNvSpPr/>
          <p:nvPr/>
        </p:nvSpPr>
        <p:spPr>
          <a:xfrm flipV="1">
            <a:off x="7397473" y="2945985"/>
            <a:ext cx="0" cy="355344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ctangle 5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5" name="Title 1"/>
          <p:cNvSpPr txBox="1">
            <a:spLocks noGrp="1"/>
          </p:cNvSpPr>
          <p:nvPr>
            <p:ph type="ctrTitle"/>
          </p:nvPr>
        </p:nvSpPr>
        <p:spPr>
          <a:xfrm>
            <a:off x="612650" y="1252727"/>
            <a:ext cx="2905613" cy="4768817"/>
          </a:xfrm>
          <a:prstGeom prst="rect">
            <a:avLst/>
          </a:prstGeom>
        </p:spPr>
        <p:txBody>
          <a:bodyPr anchor="t"/>
          <a:lstStyle/>
          <a:p>
            <a:pPr algn="l">
              <a:defRPr sz="3200"/>
            </a:pPr>
            <a:br>
              <a:rPr dirty="0"/>
            </a:br>
            <a:r>
              <a:rPr dirty="0"/>
              <a:t>Why This Matters</a:t>
            </a:r>
          </a:p>
        </p:txBody>
      </p:sp>
      <p:grpSp>
        <p:nvGrpSpPr>
          <p:cNvPr id="175" name="Diagram 4"/>
          <p:cNvGrpSpPr/>
          <p:nvPr/>
        </p:nvGrpSpPr>
        <p:grpSpPr>
          <a:xfrm>
            <a:off x="4024071" y="2263008"/>
            <a:ext cx="7531024" cy="2697887"/>
            <a:chOff x="0" y="0"/>
            <a:chExt cx="7531023" cy="2697885"/>
          </a:xfrm>
        </p:grpSpPr>
        <p:sp>
          <p:nvSpPr>
            <p:cNvPr id="156" name="Rounded Rectangle"/>
            <p:cNvSpPr/>
            <p:nvPr/>
          </p:nvSpPr>
          <p:spPr>
            <a:xfrm>
              <a:off x="0" y="732897"/>
              <a:ext cx="1554887" cy="1282458"/>
            </a:xfrm>
            <a:prstGeom prst="roundRect">
              <a:avLst>
                <a:gd name="adj" fmla="val 10000"/>
              </a:avLst>
            </a:prstGeom>
            <a:solidFill>
              <a:srgbClr val="FFFFFF">
                <a:alpha val="90000"/>
              </a:srgbClr>
            </a:solidFill>
            <a:ln w="12700" cap="flat">
              <a:solidFill>
                <a:schemeClr val="accent6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57" name="Shape"/>
            <p:cNvSpPr/>
            <p:nvPr/>
          </p:nvSpPr>
          <p:spPr>
            <a:xfrm>
              <a:off x="1020854" y="2277656"/>
              <a:ext cx="1356583" cy="4202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7207" extrusionOk="0">
                  <a:moveTo>
                    <a:pt x="0" y="878"/>
                  </a:moveTo>
                  <a:lnTo>
                    <a:pt x="601" y="0"/>
                  </a:lnTo>
                  <a:lnTo>
                    <a:pt x="601" y="0"/>
                  </a:lnTo>
                  <a:cubicBezTo>
                    <a:pt x="3833" y="14636"/>
                    <a:pt x="11067" y="19763"/>
                    <a:pt x="16758" y="11451"/>
                  </a:cubicBezTo>
                  <a:cubicBezTo>
                    <a:pt x="18279" y="9230"/>
                    <a:pt x="19590" y="6170"/>
                    <a:pt x="20597" y="2492"/>
                  </a:cubicBezTo>
                  <a:lnTo>
                    <a:pt x="20197" y="1908"/>
                  </a:lnTo>
                  <a:lnTo>
                    <a:pt x="21511" y="439"/>
                  </a:lnTo>
                  <a:lnTo>
                    <a:pt x="21600" y="3957"/>
                  </a:lnTo>
                  <a:lnTo>
                    <a:pt x="21200" y="3374"/>
                  </a:lnTo>
                  <a:cubicBezTo>
                    <a:pt x="17244" y="17995"/>
                    <a:pt x="9428" y="21600"/>
                    <a:pt x="3742" y="11425"/>
                  </a:cubicBezTo>
                  <a:cubicBezTo>
                    <a:pt x="2204" y="8673"/>
                    <a:pt x="925" y="5069"/>
                    <a:pt x="0" y="878"/>
                  </a:cubicBezTo>
                  <a:close/>
                </a:path>
              </a:pathLst>
            </a:custGeom>
            <a:solidFill>
              <a:srgbClr val="ADC6B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grpSp>
          <p:nvGrpSpPr>
            <p:cNvPr id="160" name="Group"/>
            <p:cNvGrpSpPr/>
            <p:nvPr/>
          </p:nvGrpSpPr>
          <p:grpSpPr>
            <a:xfrm>
              <a:off x="345531" y="1740541"/>
              <a:ext cx="1382123" cy="549626"/>
              <a:chOff x="0" y="0"/>
              <a:chExt cx="1382122" cy="549624"/>
            </a:xfrm>
          </p:grpSpPr>
          <p:sp>
            <p:nvSpPr>
              <p:cNvPr id="158" name="Rounded Rectangle"/>
              <p:cNvSpPr/>
              <p:nvPr/>
            </p:nvSpPr>
            <p:spPr>
              <a:xfrm>
                <a:off x="0" y="0"/>
                <a:ext cx="1382123" cy="549625"/>
              </a:xfrm>
              <a:prstGeom prst="roundRect">
                <a:avLst>
                  <a:gd name="adj" fmla="val 10000"/>
                </a:avLst>
              </a:prstGeom>
              <a:solidFill>
                <a:schemeClr val="accent6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711200">
                  <a:lnSpc>
                    <a:spcPct val="90000"/>
                  </a:lnSpc>
                  <a:spcBef>
                    <a:spcPts val="700"/>
                  </a:spcBef>
                  <a:defRPr sz="16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59" name="Check syntax"/>
              <p:cNvSpPr txBox="1"/>
              <p:nvPr/>
            </p:nvSpPr>
            <p:spPr>
              <a:xfrm>
                <a:off x="26258" y="133842"/>
                <a:ext cx="1329607" cy="2819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20320" tIns="20320" rIns="20320" bIns="20320" numCol="1" anchor="ctr">
                <a:spAutoFit/>
              </a:bodyPr>
              <a:lstStyle>
                <a:lvl1pPr algn="ctr" defTabSz="711200">
                  <a:lnSpc>
                    <a:spcPct val="90000"/>
                  </a:lnSpc>
                  <a:spcBef>
                    <a:spcPts val="600"/>
                  </a:spcBef>
                  <a:defRPr sz="1600">
                    <a:solidFill>
                      <a:srgbClr val="FFFFFF"/>
                    </a:solidFill>
                  </a:defRPr>
                </a:lvl1pPr>
              </a:lstStyle>
              <a:p>
                <a:r>
                  <a:t>Check syntax</a:t>
                </a:r>
              </a:p>
            </p:txBody>
          </p:sp>
        </p:grpSp>
        <p:sp>
          <p:nvSpPr>
            <p:cNvPr id="161" name="Rounded Rectangle"/>
            <p:cNvSpPr/>
            <p:nvPr/>
          </p:nvSpPr>
          <p:spPr>
            <a:xfrm>
              <a:off x="1934456" y="732897"/>
              <a:ext cx="1554888" cy="1282458"/>
            </a:xfrm>
            <a:prstGeom prst="roundRect">
              <a:avLst>
                <a:gd name="adj" fmla="val 10000"/>
              </a:avLst>
            </a:prstGeom>
            <a:solidFill>
              <a:srgbClr val="FFFFFF">
                <a:alpha val="90000"/>
              </a:srgbClr>
            </a:solidFill>
            <a:ln w="12700" cap="flat">
              <a:solidFill>
                <a:schemeClr val="accent6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62" name="Shape"/>
            <p:cNvSpPr/>
            <p:nvPr/>
          </p:nvSpPr>
          <p:spPr>
            <a:xfrm>
              <a:off x="2955314" y="0"/>
              <a:ext cx="1529654" cy="4705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7036" extrusionOk="0">
                  <a:moveTo>
                    <a:pt x="0" y="16259"/>
                  </a:moveTo>
                  <a:lnTo>
                    <a:pt x="0" y="16259"/>
                  </a:lnTo>
                  <a:cubicBezTo>
                    <a:pt x="3416" y="838"/>
                    <a:pt x="11062" y="-4564"/>
                    <a:pt x="17077" y="4194"/>
                  </a:cubicBezTo>
                  <a:cubicBezTo>
                    <a:pt x="18742" y="6618"/>
                    <a:pt x="20168" y="9988"/>
                    <a:pt x="21245" y="14045"/>
                  </a:cubicBezTo>
                  <a:lnTo>
                    <a:pt x="21600" y="13528"/>
                  </a:lnTo>
                  <a:lnTo>
                    <a:pt x="21517" y="16648"/>
                  </a:lnTo>
                  <a:lnTo>
                    <a:pt x="20356" y="15340"/>
                  </a:lnTo>
                  <a:lnTo>
                    <a:pt x="20710" y="14824"/>
                  </a:lnTo>
                  <a:lnTo>
                    <a:pt x="20710" y="14824"/>
                  </a:lnTo>
                  <a:cubicBezTo>
                    <a:pt x="16985" y="922"/>
                    <a:pt x="9569" y="-2605"/>
                    <a:pt x="4146" y="6945"/>
                  </a:cubicBezTo>
                  <a:cubicBezTo>
                    <a:pt x="2660" y="9564"/>
                    <a:pt x="1424" y="13014"/>
                    <a:pt x="533" y="17036"/>
                  </a:cubicBezTo>
                  <a:close/>
                </a:path>
              </a:pathLst>
            </a:custGeom>
            <a:solidFill>
              <a:srgbClr val="ADC6B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grpSp>
          <p:nvGrpSpPr>
            <p:cNvPr id="165" name="Group"/>
            <p:cNvGrpSpPr/>
            <p:nvPr/>
          </p:nvGrpSpPr>
          <p:grpSpPr>
            <a:xfrm>
              <a:off x="2279987" y="458085"/>
              <a:ext cx="1382123" cy="549625"/>
              <a:chOff x="0" y="0"/>
              <a:chExt cx="1382122" cy="549624"/>
            </a:xfrm>
          </p:grpSpPr>
          <p:sp>
            <p:nvSpPr>
              <p:cNvPr id="163" name="Rounded Rectangle"/>
              <p:cNvSpPr/>
              <p:nvPr/>
            </p:nvSpPr>
            <p:spPr>
              <a:xfrm>
                <a:off x="0" y="0"/>
                <a:ext cx="1382123" cy="549625"/>
              </a:xfrm>
              <a:prstGeom prst="roundRect">
                <a:avLst>
                  <a:gd name="adj" fmla="val 10000"/>
                </a:avLst>
              </a:prstGeom>
              <a:solidFill>
                <a:schemeClr val="accent6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711200">
                  <a:lnSpc>
                    <a:spcPct val="90000"/>
                  </a:lnSpc>
                  <a:spcBef>
                    <a:spcPts val="700"/>
                  </a:spcBef>
                  <a:defRPr sz="16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64" name="Check meaning"/>
              <p:cNvSpPr txBox="1"/>
              <p:nvPr/>
            </p:nvSpPr>
            <p:spPr>
              <a:xfrm>
                <a:off x="26258" y="25257"/>
                <a:ext cx="1329607" cy="4991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20320" tIns="20320" rIns="20320" bIns="20320" numCol="1" anchor="ctr">
                <a:spAutoFit/>
              </a:bodyPr>
              <a:lstStyle>
                <a:lvl1pPr algn="ctr" defTabSz="711200">
                  <a:lnSpc>
                    <a:spcPct val="90000"/>
                  </a:lnSpc>
                  <a:spcBef>
                    <a:spcPts val="600"/>
                  </a:spcBef>
                  <a:defRPr sz="1600">
                    <a:solidFill>
                      <a:srgbClr val="FFFFFF"/>
                    </a:solidFill>
                  </a:defRPr>
                </a:lvl1pPr>
              </a:lstStyle>
              <a:p>
                <a:r>
                  <a:t>Check meaning</a:t>
                </a:r>
              </a:p>
            </p:txBody>
          </p:sp>
        </p:grpSp>
        <p:sp>
          <p:nvSpPr>
            <p:cNvPr id="166" name="Rounded Rectangle"/>
            <p:cNvSpPr/>
            <p:nvPr/>
          </p:nvSpPr>
          <p:spPr>
            <a:xfrm>
              <a:off x="3868913" y="732897"/>
              <a:ext cx="1554888" cy="1282458"/>
            </a:xfrm>
            <a:prstGeom prst="roundRect">
              <a:avLst>
                <a:gd name="adj" fmla="val 10000"/>
              </a:avLst>
            </a:prstGeom>
            <a:solidFill>
              <a:srgbClr val="FFFFFF">
                <a:alpha val="90000"/>
              </a:srgbClr>
            </a:solidFill>
            <a:ln w="12700" cap="flat">
              <a:solidFill>
                <a:schemeClr val="accent6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67" name="Shape"/>
            <p:cNvSpPr/>
            <p:nvPr/>
          </p:nvSpPr>
          <p:spPr>
            <a:xfrm>
              <a:off x="4889768" y="2277656"/>
              <a:ext cx="1356584" cy="4202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7207" extrusionOk="0">
                  <a:moveTo>
                    <a:pt x="0" y="878"/>
                  </a:moveTo>
                  <a:lnTo>
                    <a:pt x="601" y="0"/>
                  </a:lnTo>
                  <a:lnTo>
                    <a:pt x="601" y="0"/>
                  </a:lnTo>
                  <a:cubicBezTo>
                    <a:pt x="3833" y="14636"/>
                    <a:pt x="11067" y="19763"/>
                    <a:pt x="16758" y="11451"/>
                  </a:cubicBezTo>
                  <a:cubicBezTo>
                    <a:pt x="18279" y="9230"/>
                    <a:pt x="19590" y="6170"/>
                    <a:pt x="20597" y="2492"/>
                  </a:cubicBezTo>
                  <a:lnTo>
                    <a:pt x="20197" y="1908"/>
                  </a:lnTo>
                  <a:lnTo>
                    <a:pt x="21511" y="439"/>
                  </a:lnTo>
                  <a:lnTo>
                    <a:pt x="21600" y="3957"/>
                  </a:lnTo>
                  <a:lnTo>
                    <a:pt x="21200" y="3374"/>
                  </a:lnTo>
                  <a:cubicBezTo>
                    <a:pt x="17244" y="17995"/>
                    <a:pt x="9428" y="21600"/>
                    <a:pt x="3742" y="11425"/>
                  </a:cubicBezTo>
                  <a:cubicBezTo>
                    <a:pt x="2204" y="8673"/>
                    <a:pt x="925" y="5069"/>
                    <a:pt x="0" y="878"/>
                  </a:cubicBezTo>
                  <a:close/>
                </a:path>
              </a:pathLst>
            </a:custGeom>
            <a:solidFill>
              <a:srgbClr val="ADC6B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grpSp>
          <p:nvGrpSpPr>
            <p:cNvPr id="170" name="Group"/>
            <p:cNvGrpSpPr/>
            <p:nvPr/>
          </p:nvGrpSpPr>
          <p:grpSpPr>
            <a:xfrm>
              <a:off x="4214445" y="1740541"/>
              <a:ext cx="1382123" cy="549626"/>
              <a:chOff x="0" y="0"/>
              <a:chExt cx="1382122" cy="549624"/>
            </a:xfrm>
          </p:grpSpPr>
          <p:sp>
            <p:nvSpPr>
              <p:cNvPr id="168" name="Rounded Rectangle"/>
              <p:cNvSpPr/>
              <p:nvPr/>
            </p:nvSpPr>
            <p:spPr>
              <a:xfrm>
                <a:off x="0" y="0"/>
                <a:ext cx="1382123" cy="549625"/>
              </a:xfrm>
              <a:prstGeom prst="roundRect">
                <a:avLst>
                  <a:gd name="adj" fmla="val 10000"/>
                </a:avLst>
              </a:prstGeom>
              <a:solidFill>
                <a:schemeClr val="accent6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711200">
                  <a:lnSpc>
                    <a:spcPct val="90000"/>
                  </a:lnSpc>
                  <a:spcBef>
                    <a:spcPts val="700"/>
                  </a:spcBef>
                  <a:defRPr sz="16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69" name="Give hints"/>
              <p:cNvSpPr txBox="1"/>
              <p:nvPr/>
            </p:nvSpPr>
            <p:spPr>
              <a:xfrm>
                <a:off x="26257" y="133842"/>
                <a:ext cx="1329607" cy="2819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20320" tIns="20320" rIns="20320" bIns="20320" numCol="1" anchor="ctr">
                <a:spAutoFit/>
              </a:bodyPr>
              <a:lstStyle>
                <a:lvl1pPr algn="ctr" defTabSz="711200">
                  <a:lnSpc>
                    <a:spcPct val="90000"/>
                  </a:lnSpc>
                  <a:spcBef>
                    <a:spcPts val="600"/>
                  </a:spcBef>
                  <a:defRPr sz="1600">
                    <a:solidFill>
                      <a:srgbClr val="FFFFFF"/>
                    </a:solidFill>
                  </a:defRPr>
                </a:lvl1pPr>
              </a:lstStyle>
              <a:p>
                <a:r>
                  <a:t>Give hints</a:t>
                </a:r>
              </a:p>
            </p:txBody>
          </p:sp>
        </p:grpSp>
        <p:sp>
          <p:nvSpPr>
            <p:cNvPr id="171" name="Rounded Rectangle"/>
            <p:cNvSpPr/>
            <p:nvPr/>
          </p:nvSpPr>
          <p:spPr>
            <a:xfrm>
              <a:off x="5803370" y="732897"/>
              <a:ext cx="1554888" cy="1282458"/>
            </a:xfrm>
            <a:prstGeom prst="roundRect">
              <a:avLst>
                <a:gd name="adj" fmla="val 10000"/>
              </a:avLst>
            </a:prstGeom>
            <a:solidFill>
              <a:srgbClr val="FFFFFF">
                <a:alpha val="90000"/>
              </a:srgbClr>
            </a:solidFill>
            <a:ln w="12700" cap="flat">
              <a:solidFill>
                <a:schemeClr val="accent6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grpSp>
          <p:nvGrpSpPr>
            <p:cNvPr id="174" name="Group"/>
            <p:cNvGrpSpPr/>
            <p:nvPr/>
          </p:nvGrpSpPr>
          <p:grpSpPr>
            <a:xfrm>
              <a:off x="6148901" y="458085"/>
              <a:ext cx="1382123" cy="549625"/>
              <a:chOff x="0" y="0"/>
              <a:chExt cx="1382122" cy="549624"/>
            </a:xfrm>
          </p:grpSpPr>
          <p:sp>
            <p:nvSpPr>
              <p:cNvPr id="172" name="Rounded Rectangle"/>
              <p:cNvSpPr/>
              <p:nvPr/>
            </p:nvSpPr>
            <p:spPr>
              <a:xfrm>
                <a:off x="0" y="0"/>
                <a:ext cx="1382123" cy="549625"/>
              </a:xfrm>
              <a:prstGeom prst="roundRect">
                <a:avLst>
                  <a:gd name="adj" fmla="val 10000"/>
                </a:avLst>
              </a:prstGeom>
              <a:solidFill>
                <a:schemeClr val="accent6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711200">
                  <a:lnSpc>
                    <a:spcPct val="90000"/>
                  </a:lnSpc>
                  <a:spcBef>
                    <a:spcPts val="700"/>
                  </a:spcBef>
                  <a:defRPr sz="16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73" name="Support learning"/>
              <p:cNvSpPr txBox="1"/>
              <p:nvPr/>
            </p:nvSpPr>
            <p:spPr>
              <a:xfrm>
                <a:off x="26257" y="25257"/>
                <a:ext cx="1329607" cy="4991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20320" tIns="20320" rIns="20320" bIns="20320" numCol="1" anchor="ctr">
                <a:spAutoFit/>
              </a:bodyPr>
              <a:lstStyle>
                <a:lvl1pPr algn="ctr" defTabSz="711200">
                  <a:lnSpc>
                    <a:spcPct val="90000"/>
                  </a:lnSpc>
                  <a:spcBef>
                    <a:spcPts val="600"/>
                  </a:spcBef>
                  <a:defRPr sz="1600">
                    <a:solidFill>
                      <a:srgbClr val="FFFFFF"/>
                    </a:solidFill>
                  </a:defRPr>
                </a:lvl1pPr>
              </a:lstStyle>
              <a:p>
                <a:r>
                  <a:t>Support learning</a:t>
                </a:r>
              </a:p>
            </p:txBody>
          </p:sp>
        </p:grpSp>
      </p:grp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angle 7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8" name="Title 1"/>
          <p:cNvSpPr txBox="1">
            <a:spLocks noGrp="1"/>
          </p:cNvSpPr>
          <p:nvPr>
            <p:ph type="ctrTitle"/>
          </p:nvPr>
        </p:nvSpPr>
        <p:spPr>
          <a:xfrm>
            <a:off x="612648" y="548637"/>
            <a:ext cx="3493010" cy="5788154"/>
          </a:xfrm>
          <a:prstGeom prst="rect">
            <a:avLst/>
          </a:prstGeom>
        </p:spPr>
        <p:txBody>
          <a:bodyPr anchor="ctr"/>
          <a:lstStyle/>
          <a:p>
            <a:pPr algn="l"/>
            <a:br>
              <a:rPr dirty="0"/>
            </a:br>
            <a:r>
              <a:rPr dirty="0"/>
              <a:t>How Questions Are Processed</a:t>
            </a:r>
          </a:p>
        </p:txBody>
      </p:sp>
      <p:grpSp>
        <p:nvGrpSpPr>
          <p:cNvPr id="210" name="Diagram 4"/>
          <p:cNvGrpSpPr/>
          <p:nvPr/>
        </p:nvGrpSpPr>
        <p:grpSpPr>
          <a:xfrm>
            <a:off x="4613572" y="1175822"/>
            <a:ext cx="6938786" cy="4532272"/>
            <a:chOff x="0" y="0"/>
            <a:chExt cx="6938784" cy="4532270"/>
          </a:xfrm>
        </p:grpSpPr>
        <p:sp>
          <p:nvSpPr>
            <p:cNvPr id="179" name="Line"/>
            <p:cNvSpPr/>
            <p:nvPr/>
          </p:nvSpPr>
          <p:spPr>
            <a:xfrm>
              <a:off x="2003629" y="601629"/>
              <a:ext cx="430649" cy="1"/>
            </a:xfrm>
            <a:prstGeom prst="line">
              <a:avLst/>
            </a:prstGeom>
            <a:noFill/>
            <a:ln w="6350" cap="flat">
              <a:solidFill>
                <a:schemeClr val="accent2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grpSp>
          <p:nvGrpSpPr>
            <p:cNvPr id="182" name="Group"/>
            <p:cNvGrpSpPr/>
            <p:nvPr/>
          </p:nvGrpSpPr>
          <p:grpSpPr>
            <a:xfrm>
              <a:off x="0" y="0"/>
              <a:ext cx="2005429" cy="1203257"/>
              <a:chOff x="0" y="0"/>
              <a:chExt cx="2005428" cy="1203256"/>
            </a:xfrm>
          </p:grpSpPr>
          <p:sp>
            <p:nvSpPr>
              <p:cNvPr id="180" name="Rectangle"/>
              <p:cNvSpPr/>
              <p:nvPr/>
            </p:nvSpPr>
            <p:spPr>
              <a:xfrm>
                <a:off x="0" y="0"/>
                <a:ext cx="2005429" cy="1203257"/>
              </a:xfrm>
              <a:prstGeom prst="rect">
                <a:avLst/>
              </a:prstGeom>
              <a:solidFill>
                <a:schemeClr val="accent2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622300">
                  <a:lnSpc>
                    <a:spcPct val="90000"/>
                  </a:lnSpc>
                  <a:spcBef>
                    <a:spcPts val="300"/>
                  </a:spcBef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81" name="Load…"/>
              <p:cNvSpPr txBox="1"/>
              <p:nvPr/>
            </p:nvSpPr>
            <p:spPr>
              <a:xfrm>
                <a:off x="0" y="4880"/>
                <a:ext cx="2005429" cy="114852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98268" tIns="98268" rIns="98268" bIns="98268" numCol="1" anchor="t">
                <a:spAutoFit/>
              </a:bodyPr>
              <a:lstStyle>
                <a:lvl1pPr defTabSz="80010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lvl1pPr>
                <a:lvl2pPr marL="114300" indent="-114300" defTabSz="622300">
                  <a:lnSpc>
                    <a:spcPct val="90000"/>
                  </a:lnSpc>
                  <a:spcBef>
                    <a:spcPts val="200"/>
                  </a:spcBef>
                  <a:buSzPct val="100000"/>
                  <a:buChar char="•"/>
                  <a:defRPr sz="1400">
                    <a:solidFill>
                      <a:srgbClr val="FFFFFF"/>
                    </a:solidFill>
                  </a:defRPr>
                </a:lvl2pPr>
              </a:lstStyle>
              <a:p>
                <a:r>
                  <a:t>Load</a:t>
                </a:r>
              </a:p>
              <a:p>
                <a:pPr lvl="1"/>
                <a:r>
                  <a:t>load all questions from a JSON-like Python list</a:t>
                </a:r>
              </a:p>
            </p:txBody>
          </p:sp>
        </p:grpSp>
        <p:sp>
          <p:nvSpPr>
            <p:cNvPr id="183" name="Line"/>
            <p:cNvSpPr/>
            <p:nvPr/>
          </p:nvSpPr>
          <p:spPr>
            <a:xfrm>
              <a:off x="4470307" y="601629"/>
              <a:ext cx="430649" cy="1"/>
            </a:xfrm>
            <a:prstGeom prst="line">
              <a:avLst/>
            </a:prstGeom>
            <a:noFill/>
            <a:ln w="6350" cap="flat">
              <a:solidFill>
                <a:srgbClr val="F68F41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grpSp>
          <p:nvGrpSpPr>
            <p:cNvPr id="186" name="Group"/>
            <p:cNvGrpSpPr/>
            <p:nvPr/>
          </p:nvGrpSpPr>
          <p:grpSpPr>
            <a:xfrm>
              <a:off x="2466677" y="0"/>
              <a:ext cx="2005430" cy="1203257"/>
              <a:chOff x="0" y="0"/>
              <a:chExt cx="2005428" cy="1203256"/>
            </a:xfrm>
          </p:grpSpPr>
          <p:sp>
            <p:nvSpPr>
              <p:cNvPr id="184" name="Rectangle"/>
              <p:cNvSpPr/>
              <p:nvPr/>
            </p:nvSpPr>
            <p:spPr>
              <a:xfrm>
                <a:off x="0" y="0"/>
                <a:ext cx="2005429" cy="1203257"/>
              </a:xfrm>
              <a:prstGeom prst="rect">
                <a:avLst/>
              </a:prstGeom>
              <a:solidFill>
                <a:srgbClr val="F79041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622300">
                  <a:lnSpc>
                    <a:spcPct val="90000"/>
                  </a:lnSpc>
                  <a:spcBef>
                    <a:spcPts val="300"/>
                  </a:spcBef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85" name="Filter…"/>
              <p:cNvSpPr txBox="1"/>
              <p:nvPr/>
            </p:nvSpPr>
            <p:spPr>
              <a:xfrm>
                <a:off x="0" y="4880"/>
                <a:ext cx="2005429" cy="95421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98268" tIns="98268" rIns="98268" bIns="98268" numCol="1" anchor="t">
                <a:spAutoFit/>
              </a:bodyPr>
              <a:lstStyle>
                <a:lvl1pPr defTabSz="80010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lvl1pPr>
                <a:lvl2pPr marL="114300" indent="-114300" defTabSz="622300">
                  <a:lnSpc>
                    <a:spcPct val="90000"/>
                  </a:lnSpc>
                  <a:spcBef>
                    <a:spcPts val="200"/>
                  </a:spcBef>
                  <a:buSzPct val="100000"/>
                  <a:buChar char="•"/>
                  <a:defRPr sz="1400">
                    <a:solidFill>
                      <a:srgbClr val="FFFFFF"/>
                    </a:solidFill>
                  </a:defRPr>
                </a:lvl2pPr>
              </a:lstStyle>
              <a:p>
                <a:r>
                  <a:t>Filter</a:t>
                </a:r>
              </a:p>
              <a:p>
                <a:pPr lvl="1"/>
                <a:r>
                  <a:t>filter questions by level and category</a:t>
                </a:r>
              </a:p>
            </p:txBody>
          </p:sp>
        </p:grpSp>
        <p:sp>
          <p:nvSpPr>
            <p:cNvPr id="187" name="Line"/>
            <p:cNvSpPr/>
            <p:nvPr/>
          </p:nvSpPr>
          <p:spPr>
            <a:xfrm>
              <a:off x="1002714" y="1201458"/>
              <a:ext cx="4933356" cy="4306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11658"/>
                  </a:lnTo>
                  <a:lnTo>
                    <a:pt x="0" y="11658"/>
                  </a:lnTo>
                  <a:lnTo>
                    <a:pt x="0" y="21600"/>
                  </a:lnTo>
                </a:path>
              </a:pathLst>
            </a:custGeom>
            <a:noFill/>
            <a:ln w="6350" cap="flat">
              <a:solidFill>
                <a:srgbClr val="F2844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ts val="700"/>
                </a:spcBef>
                <a:defRPr sz="500"/>
              </a:pPr>
              <a:endParaRPr/>
            </a:p>
          </p:txBody>
        </p:sp>
        <p:grpSp>
          <p:nvGrpSpPr>
            <p:cNvPr id="190" name="Group"/>
            <p:cNvGrpSpPr/>
            <p:nvPr/>
          </p:nvGrpSpPr>
          <p:grpSpPr>
            <a:xfrm>
              <a:off x="4933356" y="0"/>
              <a:ext cx="2005430" cy="1203257"/>
              <a:chOff x="0" y="0"/>
              <a:chExt cx="2005428" cy="1203256"/>
            </a:xfrm>
          </p:grpSpPr>
          <p:sp>
            <p:nvSpPr>
              <p:cNvPr id="188" name="Rectangle"/>
              <p:cNvSpPr/>
              <p:nvPr/>
            </p:nvSpPr>
            <p:spPr>
              <a:xfrm>
                <a:off x="0" y="0"/>
                <a:ext cx="2005429" cy="1203257"/>
              </a:xfrm>
              <a:prstGeom prst="rect">
                <a:avLst/>
              </a:prstGeom>
              <a:solidFill>
                <a:srgbClr val="F48740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622300">
                  <a:lnSpc>
                    <a:spcPct val="90000"/>
                  </a:lnSpc>
                  <a:spcBef>
                    <a:spcPts val="300"/>
                  </a:spcBef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89" name="Send…"/>
              <p:cNvSpPr txBox="1"/>
              <p:nvPr/>
            </p:nvSpPr>
            <p:spPr>
              <a:xfrm>
                <a:off x="0" y="4880"/>
                <a:ext cx="2005429" cy="95421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98268" tIns="98268" rIns="98268" bIns="98268" numCol="1" anchor="t">
                <a:spAutoFit/>
              </a:bodyPr>
              <a:lstStyle>
                <a:lvl1pPr defTabSz="80010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lvl1pPr>
                <a:lvl2pPr marL="114300" indent="-114300" defTabSz="622300">
                  <a:lnSpc>
                    <a:spcPct val="90000"/>
                  </a:lnSpc>
                  <a:spcBef>
                    <a:spcPts val="200"/>
                  </a:spcBef>
                  <a:buSzPct val="100000"/>
                  <a:buChar char="•"/>
                  <a:defRPr sz="1400">
                    <a:solidFill>
                      <a:srgbClr val="FFFFFF"/>
                    </a:solidFill>
                  </a:defRPr>
                </a:lvl2pPr>
              </a:lstStyle>
              <a:p>
                <a:r>
                  <a:t>Send</a:t>
                </a:r>
              </a:p>
              <a:p>
                <a:pPr lvl="1"/>
                <a:r>
                  <a:t>send a random order to the frontend</a:t>
                </a:r>
              </a:p>
            </p:txBody>
          </p:sp>
        </p:grpSp>
        <p:sp>
          <p:nvSpPr>
            <p:cNvPr id="191" name="Line"/>
            <p:cNvSpPr/>
            <p:nvPr/>
          </p:nvSpPr>
          <p:spPr>
            <a:xfrm>
              <a:off x="2003629" y="2266136"/>
              <a:ext cx="430649" cy="1"/>
            </a:xfrm>
            <a:prstGeom prst="line">
              <a:avLst/>
            </a:prstGeom>
            <a:noFill/>
            <a:ln w="6350" cap="flat">
              <a:solidFill>
                <a:srgbClr val="EE793F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grpSp>
          <p:nvGrpSpPr>
            <p:cNvPr id="194" name="Group"/>
            <p:cNvGrpSpPr/>
            <p:nvPr/>
          </p:nvGrpSpPr>
          <p:grpSpPr>
            <a:xfrm>
              <a:off x="0" y="1664506"/>
              <a:ext cx="2005429" cy="1203258"/>
              <a:chOff x="0" y="0"/>
              <a:chExt cx="2005428" cy="1203256"/>
            </a:xfrm>
          </p:grpSpPr>
          <p:sp>
            <p:nvSpPr>
              <p:cNvPr id="192" name="Rectangle"/>
              <p:cNvSpPr/>
              <p:nvPr/>
            </p:nvSpPr>
            <p:spPr>
              <a:xfrm>
                <a:off x="0" y="0"/>
                <a:ext cx="2005429" cy="1203257"/>
              </a:xfrm>
              <a:prstGeom prst="rect">
                <a:avLst/>
              </a:prstGeom>
              <a:solidFill>
                <a:srgbClr val="F07E3F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622300">
                  <a:lnSpc>
                    <a:spcPct val="90000"/>
                  </a:lnSpc>
                  <a:spcBef>
                    <a:spcPts val="300"/>
                  </a:spcBef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93" name="Accept…"/>
              <p:cNvSpPr txBox="1"/>
              <p:nvPr/>
            </p:nvSpPr>
            <p:spPr>
              <a:xfrm>
                <a:off x="0" y="4880"/>
                <a:ext cx="2005429" cy="95421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98268" tIns="98268" rIns="98268" bIns="98268" numCol="1" anchor="t">
                <a:spAutoFit/>
              </a:bodyPr>
              <a:lstStyle>
                <a:lvl1pPr defTabSz="80010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lvl1pPr>
                <a:lvl2pPr marL="114300" indent="-114300" defTabSz="622300">
                  <a:lnSpc>
                    <a:spcPct val="90000"/>
                  </a:lnSpc>
                  <a:spcBef>
                    <a:spcPts val="200"/>
                  </a:spcBef>
                  <a:buSzPct val="100000"/>
                  <a:buChar char="•"/>
                  <a:defRPr sz="1400">
                    <a:solidFill>
                      <a:srgbClr val="FFFFFF"/>
                    </a:solidFill>
                  </a:defRPr>
                </a:lvl2pPr>
              </a:lstStyle>
              <a:p>
                <a:r>
                  <a:t>Accept</a:t>
                </a:r>
              </a:p>
              <a:p>
                <a:pPr lvl="1"/>
                <a:r>
                  <a:t>accept the user’s input</a:t>
                </a:r>
              </a:p>
            </p:txBody>
          </p:sp>
        </p:grpSp>
        <p:sp>
          <p:nvSpPr>
            <p:cNvPr id="195" name="Line"/>
            <p:cNvSpPr/>
            <p:nvPr/>
          </p:nvSpPr>
          <p:spPr>
            <a:xfrm>
              <a:off x="4470307" y="2266136"/>
              <a:ext cx="430649" cy="1"/>
            </a:xfrm>
            <a:prstGeom prst="line">
              <a:avLst/>
            </a:prstGeom>
            <a:noFill/>
            <a:ln w="6350" cap="flat">
              <a:solidFill>
                <a:srgbClr val="EA6F3E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grpSp>
          <p:nvGrpSpPr>
            <p:cNvPr id="198" name="Group"/>
            <p:cNvGrpSpPr/>
            <p:nvPr/>
          </p:nvGrpSpPr>
          <p:grpSpPr>
            <a:xfrm>
              <a:off x="2466677" y="1664506"/>
              <a:ext cx="2005430" cy="1203258"/>
              <a:chOff x="0" y="0"/>
              <a:chExt cx="2005428" cy="1203256"/>
            </a:xfrm>
          </p:grpSpPr>
          <p:sp>
            <p:nvSpPr>
              <p:cNvPr id="196" name="Rectangle"/>
              <p:cNvSpPr/>
              <p:nvPr/>
            </p:nvSpPr>
            <p:spPr>
              <a:xfrm>
                <a:off x="0" y="0"/>
                <a:ext cx="2005429" cy="1203257"/>
              </a:xfrm>
              <a:prstGeom prst="rect">
                <a:avLst/>
              </a:prstGeom>
              <a:solidFill>
                <a:srgbClr val="ED753E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622300">
                  <a:lnSpc>
                    <a:spcPct val="90000"/>
                  </a:lnSpc>
                  <a:spcBef>
                    <a:spcPts val="300"/>
                  </a:spcBef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97" name="Analyze…"/>
              <p:cNvSpPr txBox="1"/>
              <p:nvPr/>
            </p:nvSpPr>
            <p:spPr>
              <a:xfrm>
                <a:off x="0" y="4880"/>
                <a:ext cx="2005429" cy="7599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98268" tIns="98268" rIns="98268" bIns="98268" numCol="1" anchor="t">
                <a:spAutoFit/>
              </a:bodyPr>
              <a:lstStyle>
                <a:lvl1pPr defTabSz="80010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lvl1pPr>
                <a:lvl2pPr marL="114300" indent="-114300" defTabSz="622300">
                  <a:lnSpc>
                    <a:spcPct val="90000"/>
                  </a:lnSpc>
                  <a:spcBef>
                    <a:spcPts val="200"/>
                  </a:spcBef>
                  <a:buSzPct val="100000"/>
                  <a:buChar char="•"/>
                  <a:defRPr sz="1400">
                    <a:solidFill>
                      <a:srgbClr val="FFFFFF"/>
                    </a:solidFill>
                  </a:defRPr>
                </a:lvl2pPr>
              </a:lstStyle>
              <a:p>
                <a:r>
                  <a:t>Analyze</a:t>
                </a:r>
              </a:p>
              <a:p>
                <a:pPr lvl="1"/>
                <a:r>
                  <a:t>analyze the text</a:t>
                </a:r>
              </a:p>
            </p:txBody>
          </p:sp>
        </p:grpSp>
        <p:sp>
          <p:nvSpPr>
            <p:cNvPr id="199" name="Line"/>
            <p:cNvSpPr/>
            <p:nvPr/>
          </p:nvSpPr>
          <p:spPr>
            <a:xfrm>
              <a:off x="1002714" y="2865963"/>
              <a:ext cx="4933356" cy="4306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11658"/>
                  </a:lnTo>
                  <a:lnTo>
                    <a:pt x="0" y="11658"/>
                  </a:lnTo>
                  <a:lnTo>
                    <a:pt x="0" y="21600"/>
                  </a:lnTo>
                </a:path>
              </a:pathLst>
            </a:custGeom>
            <a:noFill/>
            <a:ln w="6350" cap="flat">
              <a:solidFill>
                <a:srgbClr val="E6653D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ts val="700"/>
                </a:spcBef>
                <a:defRPr sz="500"/>
              </a:pPr>
              <a:endParaRPr/>
            </a:p>
          </p:txBody>
        </p:sp>
        <p:grpSp>
          <p:nvGrpSpPr>
            <p:cNvPr id="202" name="Group"/>
            <p:cNvGrpSpPr/>
            <p:nvPr/>
          </p:nvGrpSpPr>
          <p:grpSpPr>
            <a:xfrm>
              <a:off x="4933356" y="1664506"/>
              <a:ext cx="2005430" cy="1203258"/>
              <a:chOff x="0" y="0"/>
              <a:chExt cx="2005428" cy="1203256"/>
            </a:xfrm>
          </p:grpSpPr>
          <p:sp>
            <p:nvSpPr>
              <p:cNvPr id="200" name="Rectangle"/>
              <p:cNvSpPr/>
              <p:nvPr/>
            </p:nvSpPr>
            <p:spPr>
              <a:xfrm>
                <a:off x="0" y="0"/>
                <a:ext cx="2005429" cy="1203257"/>
              </a:xfrm>
              <a:prstGeom prst="rect">
                <a:avLst/>
              </a:prstGeom>
              <a:solidFill>
                <a:srgbClr val="E96C3E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622300">
                  <a:lnSpc>
                    <a:spcPct val="90000"/>
                  </a:lnSpc>
                  <a:spcBef>
                    <a:spcPts val="300"/>
                  </a:spcBef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01" name="Check…"/>
              <p:cNvSpPr txBox="1"/>
              <p:nvPr/>
            </p:nvSpPr>
            <p:spPr>
              <a:xfrm>
                <a:off x="0" y="4880"/>
                <a:ext cx="2005429" cy="7599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98268" tIns="98268" rIns="98268" bIns="98268" numCol="1" anchor="t">
                <a:spAutoFit/>
              </a:bodyPr>
              <a:lstStyle>
                <a:lvl1pPr defTabSz="80010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lvl1pPr>
                <a:lvl2pPr marL="114300" indent="-114300" defTabSz="622300">
                  <a:lnSpc>
                    <a:spcPct val="90000"/>
                  </a:lnSpc>
                  <a:spcBef>
                    <a:spcPts val="200"/>
                  </a:spcBef>
                  <a:buSzPct val="100000"/>
                  <a:buChar char="•"/>
                  <a:defRPr sz="1400">
                    <a:solidFill>
                      <a:srgbClr val="FFFFFF"/>
                    </a:solidFill>
                  </a:defRPr>
                </a:lvl2pPr>
              </a:lstStyle>
              <a:p>
                <a:r>
                  <a:t>Check</a:t>
                </a:r>
              </a:p>
              <a:p>
                <a:pPr lvl="1"/>
                <a:r>
                  <a:t>check the meaning</a:t>
                </a:r>
              </a:p>
            </p:txBody>
          </p:sp>
        </p:grpSp>
        <p:sp>
          <p:nvSpPr>
            <p:cNvPr id="203" name="Line"/>
            <p:cNvSpPr/>
            <p:nvPr/>
          </p:nvSpPr>
          <p:spPr>
            <a:xfrm>
              <a:off x="2003629" y="3930641"/>
              <a:ext cx="430649" cy="1"/>
            </a:xfrm>
            <a:prstGeom prst="line">
              <a:avLst/>
            </a:prstGeom>
            <a:noFill/>
            <a:ln w="6350" cap="flat">
              <a:solidFill>
                <a:schemeClr val="accent3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grpSp>
          <p:nvGrpSpPr>
            <p:cNvPr id="206" name="Group"/>
            <p:cNvGrpSpPr/>
            <p:nvPr/>
          </p:nvGrpSpPr>
          <p:grpSpPr>
            <a:xfrm>
              <a:off x="0" y="3329013"/>
              <a:ext cx="2005429" cy="1203258"/>
              <a:chOff x="0" y="0"/>
              <a:chExt cx="2005428" cy="1203256"/>
            </a:xfrm>
          </p:grpSpPr>
          <p:sp>
            <p:nvSpPr>
              <p:cNvPr id="204" name="Rectangle"/>
              <p:cNvSpPr/>
              <p:nvPr/>
            </p:nvSpPr>
            <p:spPr>
              <a:xfrm>
                <a:off x="0" y="0"/>
                <a:ext cx="2005429" cy="1203257"/>
              </a:xfrm>
              <a:prstGeom prst="rect">
                <a:avLst/>
              </a:prstGeom>
              <a:solidFill>
                <a:srgbClr val="E5643D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622300">
                  <a:lnSpc>
                    <a:spcPct val="90000"/>
                  </a:lnSpc>
                  <a:spcBef>
                    <a:spcPts val="300"/>
                  </a:spcBef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05" name="Compare…"/>
              <p:cNvSpPr txBox="1"/>
              <p:nvPr/>
            </p:nvSpPr>
            <p:spPr>
              <a:xfrm>
                <a:off x="0" y="4880"/>
                <a:ext cx="2005429" cy="95421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98268" tIns="98268" rIns="98268" bIns="98268" numCol="1" anchor="t">
                <a:spAutoFit/>
              </a:bodyPr>
              <a:lstStyle>
                <a:lvl1pPr defTabSz="80010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lvl1pPr>
                <a:lvl2pPr marL="114300" indent="-114300" defTabSz="622300">
                  <a:lnSpc>
                    <a:spcPct val="90000"/>
                  </a:lnSpc>
                  <a:spcBef>
                    <a:spcPts val="200"/>
                  </a:spcBef>
                  <a:buSzPct val="100000"/>
                  <a:buChar char="•"/>
                  <a:defRPr sz="1400">
                    <a:solidFill>
                      <a:srgbClr val="FFFFFF"/>
                    </a:solidFill>
                  </a:defRPr>
                </a:lvl2pPr>
              </a:lstStyle>
              <a:p>
                <a:r>
                  <a:t>Compare</a:t>
                </a:r>
              </a:p>
              <a:p>
                <a:pPr lvl="1"/>
                <a:r>
                  <a:t>compare with expected answer</a:t>
                </a:r>
              </a:p>
            </p:txBody>
          </p:sp>
        </p:grpSp>
        <p:grpSp>
          <p:nvGrpSpPr>
            <p:cNvPr id="209" name="Group"/>
            <p:cNvGrpSpPr/>
            <p:nvPr/>
          </p:nvGrpSpPr>
          <p:grpSpPr>
            <a:xfrm>
              <a:off x="2466677" y="3329013"/>
              <a:ext cx="2005430" cy="1203258"/>
              <a:chOff x="0" y="0"/>
              <a:chExt cx="2005428" cy="1203256"/>
            </a:xfrm>
          </p:grpSpPr>
          <p:sp>
            <p:nvSpPr>
              <p:cNvPr id="207" name="Rectangle"/>
              <p:cNvSpPr/>
              <p:nvPr/>
            </p:nvSpPr>
            <p:spPr>
              <a:xfrm>
                <a:off x="0" y="0"/>
                <a:ext cx="2005429" cy="1203257"/>
              </a:xfrm>
              <a:prstGeom prst="rect">
                <a:avLst/>
              </a:prstGeom>
              <a:solidFill>
                <a:schemeClr val="accent3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622300">
                  <a:lnSpc>
                    <a:spcPct val="90000"/>
                  </a:lnSpc>
                  <a:spcBef>
                    <a:spcPts val="300"/>
                  </a:spcBef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08" name="Return…"/>
              <p:cNvSpPr txBox="1"/>
              <p:nvPr/>
            </p:nvSpPr>
            <p:spPr>
              <a:xfrm>
                <a:off x="0" y="4880"/>
                <a:ext cx="2005429" cy="95421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98268" tIns="98268" rIns="98268" bIns="98268" numCol="1" anchor="t">
                <a:spAutoFit/>
              </a:bodyPr>
              <a:lstStyle>
                <a:lvl1pPr defTabSz="80010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lvl1pPr>
                <a:lvl2pPr marL="114300" indent="-114300" defTabSz="622300">
                  <a:lnSpc>
                    <a:spcPct val="90000"/>
                  </a:lnSpc>
                  <a:spcBef>
                    <a:spcPts val="200"/>
                  </a:spcBef>
                  <a:buSzPct val="100000"/>
                  <a:buChar char="•"/>
                  <a:defRPr sz="1400">
                    <a:solidFill>
                      <a:srgbClr val="FFFFFF"/>
                    </a:solidFill>
                  </a:defRPr>
                </a:lvl2pPr>
              </a:lstStyle>
              <a:p>
                <a:r>
                  <a:t>Return</a:t>
                </a:r>
              </a:p>
              <a:p>
                <a:pPr lvl="1"/>
                <a:r>
                  <a:t>return correctness and explanation</a:t>
                </a:r>
              </a:p>
            </p:txBody>
          </p:sp>
        </p:grpSp>
      </p:grp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 73"/>
          <p:cNvSpPr/>
          <p:nvPr/>
        </p:nvSpPr>
        <p:spPr>
          <a:xfrm>
            <a:off x="0" y="14288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3" name="Title 1"/>
          <p:cNvSpPr txBox="1">
            <a:spLocks noGrp="1"/>
          </p:cNvSpPr>
          <p:nvPr>
            <p:ph type="ctrTitle"/>
          </p:nvPr>
        </p:nvSpPr>
        <p:spPr>
          <a:xfrm>
            <a:off x="612648" y="548637"/>
            <a:ext cx="3493010" cy="5788154"/>
          </a:xfrm>
          <a:prstGeom prst="rect">
            <a:avLst/>
          </a:prstGeom>
        </p:spPr>
        <p:txBody>
          <a:bodyPr anchor="ctr"/>
          <a:lstStyle/>
          <a:p>
            <a:pPr algn="l"/>
            <a:br>
              <a:rPr dirty="0"/>
            </a:br>
            <a:r>
              <a:rPr dirty="0"/>
              <a:t>Breaking Down the Checking Step</a:t>
            </a:r>
          </a:p>
        </p:txBody>
      </p:sp>
      <p:grpSp>
        <p:nvGrpSpPr>
          <p:cNvPr id="240" name="Diagram 4"/>
          <p:cNvGrpSpPr/>
          <p:nvPr/>
        </p:nvGrpSpPr>
        <p:grpSpPr>
          <a:xfrm>
            <a:off x="4608245" y="563634"/>
            <a:ext cx="6949441" cy="5797408"/>
            <a:chOff x="0" y="0"/>
            <a:chExt cx="6949440" cy="5797407"/>
          </a:xfrm>
        </p:grpSpPr>
        <p:sp>
          <p:nvSpPr>
            <p:cNvPr id="214" name="Line"/>
            <p:cNvSpPr/>
            <p:nvPr/>
          </p:nvSpPr>
          <p:spPr>
            <a:xfrm>
              <a:off x="0" y="0"/>
              <a:ext cx="6949441" cy="0"/>
            </a:xfrm>
            <a:prstGeom prst="line">
              <a:avLst/>
            </a:prstGeom>
            <a:solidFill>
              <a:schemeClr val="accent2"/>
            </a:solidFill>
            <a:ln w="12700" cap="flat">
              <a:solidFill>
                <a:schemeClr val="accent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15" name="Every answer passes through two layers."/>
            <p:cNvSpPr txBox="1"/>
            <p:nvPr/>
          </p:nvSpPr>
          <p:spPr>
            <a:xfrm>
              <a:off x="0" y="0"/>
              <a:ext cx="6949441" cy="457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6200" tIns="76200" rIns="76200" bIns="76200" numCol="1" anchor="t">
              <a:spAutoFit/>
            </a:bodyPr>
            <a:lstStyle>
              <a:lvl1pPr defTabSz="889000">
                <a:lnSpc>
                  <a:spcPct val="90000"/>
                </a:lnSpc>
                <a:spcBef>
                  <a:spcPts val="800"/>
                </a:spcBef>
                <a:defRPr sz="2000"/>
              </a:lvl1pPr>
            </a:lstStyle>
            <a:p>
              <a:r>
                <a:t>Every answer passes through two layers.</a:t>
              </a:r>
            </a:p>
          </p:txBody>
        </p:sp>
        <p:sp>
          <p:nvSpPr>
            <p:cNvPr id="216" name="Line"/>
            <p:cNvSpPr/>
            <p:nvPr/>
          </p:nvSpPr>
          <p:spPr>
            <a:xfrm>
              <a:off x="0" y="445016"/>
              <a:ext cx="6949441" cy="1"/>
            </a:xfrm>
            <a:prstGeom prst="line">
              <a:avLst/>
            </a:prstGeom>
            <a:solidFill>
              <a:srgbClr val="F89441"/>
            </a:solidFill>
            <a:ln w="12700" cap="flat">
              <a:solidFill>
                <a:srgbClr val="F8944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17" name="1.grammar"/>
            <p:cNvSpPr txBox="1"/>
            <p:nvPr/>
          </p:nvSpPr>
          <p:spPr>
            <a:xfrm>
              <a:off x="0" y="445016"/>
              <a:ext cx="6949441" cy="457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6200" tIns="76200" rIns="76200" bIns="76200" numCol="1" anchor="t">
              <a:spAutoFit/>
            </a:bodyPr>
            <a:lstStyle>
              <a:lvl1pPr defTabSz="889000">
                <a:lnSpc>
                  <a:spcPct val="90000"/>
                </a:lnSpc>
                <a:spcBef>
                  <a:spcPts val="800"/>
                </a:spcBef>
                <a:defRPr sz="2000"/>
              </a:lvl1pPr>
            </a:lstStyle>
            <a:p>
              <a:r>
                <a:t>1.grammar</a:t>
              </a:r>
            </a:p>
          </p:txBody>
        </p:sp>
        <p:sp>
          <p:nvSpPr>
            <p:cNvPr id="218" name="Line"/>
            <p:cNvSpPr/>
            <p:nvPr/>
          </p:nvSpPr>
          <p:spPr>
            <a:xfrm>
              <a:off x="0" y="890034"/>
              <a:ext cx="6949441" cy="1"/>
            </a:xfrm>
            <a:prstGeom prst="line">
              <a:avLst/>
            </a:prstGeom>
            <a:solidFill>
              <a:srgbClr val="F68F41"/>
            </a:solidFill>
            <a:ln w="12700" cap="flat">
              <a:solidFill>
                <a:srgbClr val="F68F4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19" name="2.meaning"/>
            <p:cNvSpPr txBox="1"/>
            <p:nvPr/>
          </p:nvSpPr>
          <p:spPr>
            <a:xfrm>
              <a:off x="0" y="890034"/>
              <a:ext cx="6949441" cy="457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6200" tIns="76200" rIns="76200" bIns="76200" numCol="1" anchor="t">
              <a:spAutoFit/>
            </a:bodyPr>
            <a:lstStyle>
              <a:lvl1pPr defTabSz="889000">
                <a:lnSpc>
                  <a:spcPct val="90000"/>
                </a:lnSpc>
                <a:spcBef>
                  <a:spcPts val="800"/>
                </a:spcBef>
                <a:defRPr sz="2000"/>
              </a:lvl1pPr>
            </a:lstStyle>
            <a:p>
              <a:r>
                <a:t>2.meaning</a:t>
              </a:r>
            </a:p>
          </p:txBody>
        </p:sp>
        <p:sp>
          <p:nvSpPr>
            <p:cNvPr id="220" name="Line"/>
            <p:cNvSpPr/>
            <p:nvPr/>
          </p:nvSpPr>
          <p:spPr>
            <a:xfrm>
              <a:off x="0" y="1335052"/>
              <a:ext cx="6949441" cy="1"/>
            </a:xfrm>
            <a:prstGeom prst="line">
              <a:avLst/>
            </a:prstGeom>
            <a:solidFill>
              <a:srgbClr val="F48940"/>
            </a:solidFill>
            <a:ln w="12700" cap="flat">
              <a:solidFill>
                <a:srgbClr val="F4894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Grammar looks at"/>
            <p:cNvSpPr txBox="1"/>
            <p:nvPr/>
          </p:nvSpPr>
          <p:spPr>
            <a:xfrm>
              <a:off x="0" y="1335052"/>
              <a:ext cx="6949441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6200" tIns="76200" rIns="76200" bIns="76200" numCol="1" anchor="t">
              <a:spAutoFit/>
            </a:bodyPr>
            <a:lstStyle/>
            <a:p>
              <a:pPr defTabSz="889000">
                <a:lnSpc>
                  <a:spcPct val="90000"/>
                </a:lnSpc>
                <a:spcBef>
                  <a:spcPts val="1100"/>
                </a:spcBef>
                <a:defRPr sz="2000"/>
              </a:pPr>
              <a:r>
                <a:t>     </a:t>
              </a:r>
              <a:r>
                <a:rPr sz="2800"/>
                <a:t>Grammar looks at</a:t>
              </a:r>
            </a:p>
          </p:txBody>
        </p:sp>
        <p:sp>
          <p:nvSpPr>
            <p:cNvPr id="222" name="Line"/>
            <p:cNvSpPr/>
            <p:nvPr/>
          </p:nvSpPr>
          <p:spPr>
            <a:xfrm>
              <a:off x="0" y="1780069"/>
              <a:ext cx="6949441" cy="1"/>
            </a:xfrm>
            <a:prstGeom prst="line">
              <a:avLst/>
            </a:prstGeom>
            <a:solidFill>
              <a:srgbClr val="F28440"/>
            </a:solidFill>
            <a:ln w="12700" cap="flat">
              <a:solidFill>
                <a:srgbClr val="F2844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spelling"/>
            <p:cNvSpPr txBox="1"/>
            <p:nvPr/>
          </p:nvSpPr>
          <p:spPr>
            <a:xfrm>
              <a:off x="0" y="1780069"/>
              <a:ext cx="6949441" cy="457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6200" tIns="76200" rIns="76200" bIns="76200" numCol="1" anchor="t">
              <a:spAutoFit/>
            </a:bodyPr>
            <a:lstStyle>
              <a:lvl1pPr defTabSz="889000">
                <a:lnSpc>
                  <a:spcPct val="90000"/>
                </a:lnSpc>
                <a:spcBef>
                  <a:spcPts val="800"/>
                </a:spcBef>
                <a:defRPr sz="2000"/>
              </a:lvl1pPr>
            </a:lstStyle>
            <a:p>
              <a:r>
                <a:t>spelling</a:t>
              </a:r>
            </a:p>
          </p:txBody>
        </p:sp>
        <p:sp>
          <p:nvSpPr>
            <p:cNvPr id="224" name="Line"/>
            <p:cNvSpPr/>
            <p:nvPr/>
          </p:nvSpPr>
          <p:spPr>
            <a:xfrm>
              <a:off x="0" y="2225087"/>
              <a:ext cx="6949441" cy="1"/>
            </a:xfrm>
            <a:prstGeom prst="line">
              <a:avLst/>
            </a:prstGeom>
            <a:solidFill>
              <a:srgbClr val="F07F3F"/>
            </a:solidFill>
            <a:ln w="12700" cap="flat">
              <a:solidFill>
                <a:srgbClr val="F07F3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capitalization"/>
            <p:cNvSpPr txBox="1"/>
            <p:nvPr/>
          </p:nvSpPr>
          <p:spPr>
            <a:xfrm>
              <a:off x="0" y="2225087"/>
              <a:ext cx="6949441" cy="457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6200" tIns="76200" rIns="76200" bIns="76200" numCol="1" anchor="t">
              <a:spAutoFit/>
            </a:bodyPr>
            <a:lstStyle>
              <a:lvl1pPr defTabSz="889000">
                <a:lnSpc>
                  <a:spcPct val="90000"/>
                </a:lnSpc>
                <a:spcBef>
                  <a:spcPts val="800"/>
                </a:spcBef>
                <a:defRPr sz="2000"/>
              </a:lvl1pPr>
            </a:lstStyle>
            <a:p>
              <a:r>
                <a:t>capitalization</a:t>
              </a:r>
            </a:p>
          </p:txBody>
        </p:sp>
        <p:sp>
          <p:nvSpPr>
            <p:cNvPr id="226" name="Line"/>
            <p:cNvSpPr/>
            <p:nvPr/>
          </p:nvSpPr>
          <p:spPr>
            <a:xfrm>
              <a:off x="0" y="2670104"/>
              <a:ext cx="6949441" cy="1"/>
            </a:xfrm>
            <a:prstGeom prst="line">
              <a:avLst/>
            </a:prstGeom>
            <a:solidFill>
              <a:srgbClr val="EE793F"/>
            </a:solidFill>
            <a:ln w="12700" cap="flat">
              <a:solidFill>
                <a:srgbClr val="EE793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word order"/>
            <p:cNvSpPr txBox="1"/>
            <p:nvPr/>
          </p:nvSpPr>
          <p:spPr>
            <a:xfrm>
              <a:off x="0" y="2670104"/>
              <a:ext cx="6949441" cy="457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6200" tIns="76200" rIns="76200" bIns="76200" numCol="1" anchor="t">
              <a:spAutoFit/>
            </a:bodyPr>
            <a:lstStyle>
              <a:lvl1pPr defTabSz="889000">
                <a:lnSpc>
                  <a:spcPct val="90000"/>
                </a:lnSpc>
                <a:spcBef>
                  <a:spcPts val="800"/>
                </a:spcBef>
                <a:defRPr sz="2000"/>
              </a:lvl1pPr>
            </a:lstStyle>
            <a:p>
              <a:r>
                <a:t>word order</a:t>
              </a:r>
            </a:p>
          </p:txBody>
        </p:sp>
        <p:sp>
          <p:nvSpPr>
            <p:cNvPr id="228" name="Line"/>
            <p:cNvSpPr/>
            <p:nvPr/>
          </p:nvSpPr>
          <p:spPr>
            <a:xfrm>
              <a:off x="0" y="3115121"/>
              <a:ext cx="6949441" cy="1"/>
            </a:xfrm>
            <a:prstGeom prst="line">
              <a:avLst/>
            </a:prstGeom>
            <a:solidFill>
              <a:srgbClr val="EC743E"/>
            </a:solidFill>
            <a:ln w="12700" cap="flat">
              <a:solidFill>
                <a:srgbClr val="EC743E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missing words"/>
            <p:cNvSpPr txBox="1"/>
            <p:nvPr/>
          </p:nvSpPr>
          <p:spPr>
            <a:xfrm>
              <a:off x="0" y="3115121"/>
              <a:ext cx="6949441" cy="457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6200" tIns="76200" rIns="76200" bIns="76200" numCol="1" anchor="t">
              <a:spAutoFit/>
            </a:bodyPr>
            <a:lstStyle>
              <a:lvl1pPr defTabSz="889000">
                <a:lnSpc>
                  <a:spcPct val="90000"/>
                </a:lnSpc>
                <a:spcBef>
                  <a:spcPts val="800"/>
                </a:spcBef>
                <a:defRPr sz="2000"/>
              </a:lvl1pPr>
            </a:lstStyle>
            <a:p>
              <a:r>
                <a:t>missing words</a:t>
              </a:r>
            </a:p>
          </p:txBody>
        </p:sp>
        <p:sp>
          <p:nvSpPr>
            <p:cNvPr id="230" name="Line"/>
            <p:cNvSpPr/>
            <p:nvPr/>
          </p:nvSpPr>
          <p:spPr>
            <a:xfrm>
              <a:off x="0" y="3560137"/>
              <a:ext cx="6949441" cy="1"/>
            </a:xfrm>
            <a:prstGeom prst="line">
              <a:avLst/>
            </a:prstGeom>
            <a:solidFill>
              <a:srgbClr val="EA6F3E"/>
            </a:solidFill>
            <a:ln w="12700" cap="flat">
              <a:solidFill>
                <a:srgbClr val="EA6F3E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Meaning checks if"/>
            <p:cNvSpPr txBox="1"/>
            <p:nvPr/>
          </p:nvSpPr>
          <p:spPr>
            <a:xfrm>
              <a:off x="0" y="3560137"/>
              <a:ext cx="6949441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6200" tIns="76200" rIns="76200" bIns="76200" numCol="1" anchor="t">
              <a:spAutoFit/>
            </a:bodyPr>
            <a:lstStyle/>
            <a:p>
              <a:pPr defTabSz="889000">
                <a:lnSpc>
                  <a:spcPct val="90000"/>
                </a:lnSpc>
                <a:spcBef>
                  <a:spcPts val="1100"/>
                </a:spcBef>
                <a:defRPr sz="2000"/>
              </a:pPr>
              <a:r>
                <a:t>       </a:t>
              </a:r>
              <a:r>
                <a:rPr sz="2800"/>
                <a:t>Meaning checks if</a:t>
              </a:r>
            </a:p>
          </p:txBody>
        </p:sp>
        <p:sp>
          <p:nvSpPr>
            <p:cNvPr id="232" name="Line"/>
            <p:cNvSpPr/>
            <p:nvPr/>
          </p:nvSpPr>
          <p:spPr>
            <a:xfrm>
              <a:off x="0" y="4005156"/>
              <a:ext cx="6949441" cy="1"/>
            </a:xfrm>
            <a:prstGeom prst="line">
              <a:avLst/>
            </a:prstGeom>
            <a:solidFill>
              <a:srgbClr val="E86A3E"/>
            </a:solidFill>
            <a:ln w="12700" cap="flat">
              <a:solidFill>
                <a:srgbClr val="E86A3E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the core idea matches"/>
            <p:cNvSpPr txBox="1"/>
            <p:nvPr/>
          </p:nvSpPr>
          <p:spPr>
            <a:xfrm>
              <a:off x="0" y="4005156"/>
              <a:ext cx="6949441" cy="457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6200" tIns="76200" rIns="76200" bIns="76200" numCol="1" anchor="t">
              <a:spAutoFit/>
            </a:bodyPr>
            <a:lstStyle>
              <a:lvl1pPr defTabSz="889000">
                <a:lnSpc>
                  <a:spcPct val="90000"/>
                </a:lnSpc>
                <a:spcBef>
                  <a:spcPts val="800"/>
                </a:spcBef>
                <a:defRPr sz="2000"/>
              </a:lvl1pPr>
            </a:lstStyle>
            <a:p>
              <a:r>
                <a:t>the core idea matches</a:t>
              </a:r>
            </a:p>
          </p:txBody>
        </p:sp>
        <p:sp>
          <p:nvSpPr>
            <p:cNvPr id="234" name="Line"/>
            <p:cNvSpPr/>
            <p:nvPr/>
          </p:nvSpPr>
          <p:spPr>
            <a:xfrm>
              <a:off x="0" y="4450173"/>
              <a:ext cx="6949441" cy="1"/>
            </a:xfrm>
            <a:prstGeom prst="line">
              <a:avLst/>
            </a:prstGeom>
            <a:solidFill>
              <a:srgbClr val="E6653D"/>
            </a:solidFill>
            <a:ln w="12700" cap="flat">
              <a:solidFill>
                <a:srgbClr val="E6653D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keywords appear"/>
            <p:cNvSpPr txBox="1"/>
            <p:nvPr/>
          </p:nvSpPr>
          <p:spPr>
            <a:xfrm>
              <a:off x="0" y="4450173"/>
              <a:ext cx="6949441" cy="457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6200" tIns="76200" rIns="76200" bIns="76200" numCol="1" anchor="t">
              <a:spAutoFit/>
            </a:bodyPr>
            <a:lstStyle>
              <a:lvl1pPr defTabSz="889000">
                <a:lnSpc>
                  <a:spcPct val="90000"/>
                </a:lnSpc>
                <a:spcBef>
                  <a:spcPts val="800"/>
                </a:spcBef>
                <a:defRPr sz="2000"/>
              </a:lvl1pPr>
            </a:lstStyle>
            <a:p>
              <a:r>
                <a:t>keywords appear</a:t>
              </a:r>
            </a:p>
          </p:txBody>
        </p:sp>
        <p:sp>
          <p:nvSpPr>
            <p:cNvPr id="236" name="Line"/>
            <p:cNvSpPr/>
            <p:nvPr/>
          </p:nvSpPr>
          <p:spPr>
            <a:xfrm>
              <a:off x="0" y="4895190"/>
              <a:ext cx="6949441" cy="1"/>
            </a:xfrm>
            <a:prstGeom prst="line">
              <a:avLst/>
            </a:prstGeom>
            <a:solidFill>
              <a:srgbClr val="E3613D"/>
            </a:solidFill>
            <a:ln w="12700" cap="flat">
              <a:solidFill>
                <a:srgbClr val="E3613D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the sentence fits the question"/>
            <p:cNvSpPr txBox="1"/>
            <p:nvPr/>
          </p:nvSpPr>
          <p:spPr>
            <a:xfrm>
              <a:off x="0" y="4895190"/>
              <a:ext cx="6949441" cy="457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6200" tIns="76200" rIns="76200" bIns="76200" numCol="1" anchor="t">
              <a:spAutoFit/>
            </a:bodyPr>
            <a:lstStyle>
              <a:lvl1pPr defTabSz="889000">
                <a:lnSpc>
                  <a:spcPct val="90000"/>
                </a:lnSpc>
                <a:spcBef>
                  <a:spcPts val="800"/>
                </a:spcBef>
                <a:defRPr sz="2000"/>
              </a:lvl1pPr>
            </a:lstStyle>
            <a:p>
              <a:r>
                <a:t>the sentence fits the question</a:t>
              </a:r>
            </a:p>
          </p:txBody>
        </p:sp>
        <p:sp>
          <p:nvSpPr>
            <p:cNvPr id="238" name="Line"/>
            <p:cNvSpPr/>
            <p:nvPr/>
          </p:nvSpPr>
          <p:spPr>
            <a:xfrm>
              <a:off x="0" y="5340207"/>
              <a:ext cx="6949441" cy="1"/>
            </a:xfrm>
            <a:prstGeom prst="line">
              <a:avLst/>
            </a:prstGeom>
            <a:solidFill>
              <a:schemeClr val="accent3"/>
            </a:solidFill>
            <a:ln w="12700" cap="flat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the answer expresses the same intention"/>
            <p:cNvSpPr txBox="1"/>
            <p:nvPr/>
          </p:nvSpPr>
          <p:spPr>
            <a:xfrm>
              <a:off x="0" y="5340207"/>
              <a:ext cx="6949441" cy="457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6200" tIns="76200" rIns="76200" bIns="76200" numCol="1" anchor="t">
              <a:spAutoFit/>
            </a:bodyPr>
            <a:lstStyle>
              <a:lvl1pPr defTabSz="889000">
                <a:lnSpc>
                  <a:spcPct val="90000"/>
                </a:lnSpc>
                <a:spcBef>
                  <a:spcPts val="800"/>
                </a:spcBef>
                <a:defRPr sz="2000"/>
              </a:lvl1pPr>
            </a:lstStyle>
            <a:p>
              <a:r>
                <a:t>the answer expresses the same intention</a:t>
              </a:r>
            </a:p>
          </p:txBody>
        </p:sp>
      </p:grp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Rectangle 9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3" name="Title 1"/>
          <p:cNvSpPr txBox="1">
            <a:spLocks noGrp="1"/>
          </p:cNvSpPr>
          <p:nvPr>
            <p:ph type="ctrTitle"/>
          </p:nvPr>
        </p:nvSpPr>
        <p:spPr>
          <a:xfrm>
            <a:off x="612648" y="1853827"/>
            <a:ext cx="3603752" cy="2183120"/>
          </a:xfrm>
          <a:prstGeom prst="rect">
            <a:avLst/>
          </a:prstGeom>
        </p:spPr>
        <p:txBody>
          <a:bodyPr anchor="t"/>
          <a:lstStyle/>
          <a:p>
            <a:pPr algn="l">
              <a:defRPr sz="3600"/>
            </a:pPr>
            <a:br>
              <a:rPr dirty="0"/>
            </a:br>
            <a:r>
              <a:rPr dirty="0"/>
              <a:t>File Structure</a:t>
            </a:r>
          </a:p>
        </p:txBody>
      </p:sp>
      <p:grpSp>
        <p:nvGrpSpPr>
          <p:cNvPr id="268" name="Diagram 5"/>
          <p:cNvGrpSpPr/>
          <p:nvPr/>
        </p:nvGrpSpPr>
        <p:grpSpPr>
          <a:xfrm>
            <a:off x="4610318" y="250813"/>
            <a:ext cx="6949444" cy="5772692"/>
            <a:chOff x="0" y="0"/>
            <a:chExt cx="6949442" cy="5772691"/>
          </a:xfrm>
        </p:grpSpPr>
        <p:grpSp>
          <p:nvGrpSpPr>
            <p:cNvPr id="246" name="Group"/>
            <p:cNvGrpSpPr/>
            <p:nvPr/>
          </p:nvGrpSpPr>
          <p:grpSpPr>
            <a:xfrm>
              <a:off x="0" y="0"/>
              <a:ext cx="6949441" cy="678747"/>
              <a:chOff x="0" y="0"/>
              <a:chExt cx="6949440" cy="678746"/>
            </a:xfrm>
          </p:grpSpPr>
          <p:sp>
            <p:nvSpPr>
              <p:cNvPr id="244" name="Rounded Rectangle"/>
              <p:cNvSpPr/>
              <p:nvPr/>
            </p:nvSpPr>
            <p:spPr>
              <a:xfrm>
                <a:off x="0" y="0"/>
                <a:ext cx="6949441" cy="678747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755650">
                  <a:lnSpc>
                    <a:spcPct val="90000"/>
                  </a:lnSpc>
                  <a:spcBef>
                    <a:spcPts val="700"/>
                  </a:spcBef>
                  <a:defRPr sz="17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45" name="app.py is the backend (THE BRAIN)"/>
              <p:cNvSpPr txBox="1"/>
              <p:nvPr/>
            </p:nvSpPr>
            <p:spPr>
              <a:xfrm>
                <a:off x="33133" y="147603"/>
                <a:ext cx="6883174" cy="3835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64769" tIns="64769" rIns="64769" bIns="64769" numCol="1" anchor="ctr">
                <a:spAutoFit/>
              </a:bodyPr>
              <a:lstStyle/>
              <a:p>
                <a:pPr defTabSz="755650">
                  <a:lnSpc>
                    <a:spcPct val="90000"/>
                  </a:lnSpc>
                  <a:spcBef>
                    <a:spcPts val="700"/>
                  </a:spcBef>
                  <a:defRPr sz="1700" b="1">
                    <a:solidFill>
                      <a:srgbClr val="FFFFFF"/>
                    </a:solidFill>
                  </a:defRPr>
                </a:pPr>
                <a:r>
                  <a:t>app.py</a:t>
                </a:r>
                <a:r>
                  <a:rPr b="0"/>
                  <a:t> is the backend (THE BRAIN)</a:t>
                </a:r>
              </a:p>
            </p:txBody>
          </p:sp>
        </p:grpSp>
        <p:grpSp>
          <p:nvGrpSpPr>
            <p:cNvPr id="249" name="Group"/>
            <p:cNvGrpSpPr/>
            <p:nvPr/>
          </p:nvGrpSpPr>
          <p:grpSpPr>
            <a:xfrm>
              <a:off x="0" y="727705"/>
              <a:ext cx="6949441" cy="678748"/>
              <a:chOff x="0" y="0"/>
              <a:chExt cx="6949440" cy="678746"/>
            </a:xfrm>
          </p:grpSpPr>
          <p:sp>
            <p:nvSpPr>
              <p:cNvPr id="247" name="Rounded Rectangle"/>
              <p:cNvSpPr/>
              <p:nvPr/>
            </p:nvSpPr>
            <p:spPr>
              <a:xfrm>
                <a:off x="0" y="0"/>
                <a:ext cx="6949441" cy="678747"/>
              </a:xfrm>
              <a:prstGeom prst="roundRect">
                <a:avLst>
                  <a:gd name="adj" fmla="val 16667"/>
                </a:avLst>
              </a:prstGeom>
              <a:solidFill>
                <a:srgbClr val="A46E40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755650">
                  <a:lnSpc>
                    <a:spcPct val="90000"/>
                  </a:lnSpc>
                  <a:spcBef>
                    <a:spcPts val="700"/>
                  </a:spcBef>
                  <a:defRPr sz="17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48" name="questions.py stores all questions"/>
              <p:cNvSpPr txBox="1"/>
              <p:nvPr/>
            </p:nvSpPr>
            <p:spPr>
              <a:xfrm>
                <a:off x="33133" y="147603"/>
                <a:ext cx="6883174" cy="3835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64769" tIns="64769" rIns="64769" bIns="64769" numCol="1" anchor="ctr">
                <a:spAutoFit/>
              </a:bodyPr>
              <a:lstStyle/>
              <a:p>
                <a:pPr defTabSz="755650">
                  <a:lnSpc>
                    <a:spcPct val="90000"/>
                  </a:lnSpc>
                  <a:spcBef>
                    <a:spcPts val="700"/>
                  </a:spcBef>
                  <a:defRPr sz="1700" b="1">
                    <a:solidFill>
                      <a:srgbClr val="FFFFFF"/>
                    </a:solidFill>
                  </a:defRPr>
                </a:pPr>
                <a:r>
                  <a:t>questions.py</a:t>
                </a:r>
                <a:r>
                  <a:rPr b="0"/>
                  <a:t> stores all questions</a:t>
                </a:r>
              </a:p>
            </p:txBody>
          </p:sp>
        </p:grpSp>
        <p:grpSp>
          <p:nvGrpSpPr>
            <p:cNvPr id="252" name="Group"/>
            <p:cNvGrpSpPr/>
            <p:nvPr/>
          </p:nvGrpSpPr>
          <p:grpSpPr>
            <a:xfrm>
              <a:off x="0" y="1455411"/>
              <a:ext cx="6949441" cy="678747"/>
              <a:chOff x="0" y="0"/>
              <a:chExt cx="6949440" cy="678746"/>
            </a:xfrm>
          </p:grpSpPr>
          <p:sp>
            <p:nvSpPr>
              <p:cNvPr id="250" name="Rounded Rectangle"/>
              <p:cNvSpPr/>
              <p:nvPr/>
            </p:nvSpPr>
            <p:spPr>
              <a:xfrm>
                <a:off x="0" y="0"/>
                <a:ext cx="6949441" cy="678747"/>
              </a:xfrm>
              <a:prstGeom prst="roundRect">
                <a:avLst>
                  <a:gd name="adj" fmla="val 16667"/>
                </a:avLst>
              </a:prstGeom>
              <a:solidFill>
                <a:srgbClr val="A0903F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755650">
                  <a:lnSpc>
                    <a:spcPct val="90000"/>
                  </a:lnSpc>
                  <a:spcBef>
                    <a:spcPts val="700"/>
                  </a:spcBef>
                  <a:defRPr sz="17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51" name="script.js runs quiz logic"/>
              <p:cNvSpPr txBox="1"/>
              <p:nvPr/>
            </p:nvSpPr>
            <p:spPr>
              <a:xfrm>
                <a:off x="33133" y="147603"/>
                <a:ext cx="6883174" cy="3835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64769" tIns="64769" rIns="64769" bIns="64769" numCol="1" anchor="ctr">
                <a:spAutoFit/>
              </a:bodyPr>
              <a:lstStyle/>
              <a:p>
                <a:pPr defTabSz="755650">
                  <a:lnSpc>
                    <a:spcPct val="90000"/>
                  </a:lnSpc>
                  <a:spcBef>
                    <a:spcPts val="700"/>
                  </a:spcBef>
                  <a:defRPr sz="1700" b="1">
                    <a:solidFill>
                      <a:srgbClr val="FFFFFF"/>
                    </a:solidFill>
                  </a:defRPr>
                </a:pPr>
                <a:r>
                  <a:t>script.js</a:t>
                </a:r>
                <a:r>
                  <a:rPr b="0"/>
                  <a:t> runs quiz logic</a:t>
                </a:r>
              </a:p>
            </p:txBody>
          </p:sp>
        </p:grpSp>
        <p:grpSp>
          <p:nvGrpSpPr>
            <p:cNvPr id="255" name="Group"/>
            <p:cNvGrpSpPr/>
            <p:nvPr/>
          </p:nvGrpSpPr>
          <p:grpSpPr>
            <a:xfrm>
              <a:off x="0" y="2183119"/>
              <a:ext cx="6949441" cy="678747"/>
              <a:chOff x="0" y="0"/>
              <a:chExt cx="6949440" cy="678746"/>
            </a:xfrm>
          </p:grpSpPr>
          <p:sp>
            <p:nvSpPr>
              <p:cNvPr id="253" name="Rounded Rectangle"/>
              <p:cNvSpPr/>
              <p:nvPr/>
            </p:nvSpPr>
            <p:spPr>
              <a:xfrm>
                <a:off x="0" y="0"/>
                <a:ext cx="6949441" cy="678747"/>
              </a:xfrm>
              <a:prstGeom prst="roundRect">
                <a:avLst>
                  <a:gd name="adj" fmla="val 16667"/>
                </a:avLst>
              </a:prstGeom>
              <a:solidFill>
                <a:srgbClr val="8B9D3F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755650">
                  <a:lnSpc>
                    <a:spcPct val="90000"/>
                  </a:lnSpc>
                  <a:spcBef>
                    <a:spcPts val="700"/>
                  </a:spcBef>
                  <a:defRPr sz="17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54" name="style.css manages design"/>
              <p:cNvSpPr txBox="1"/>
              <p:nvPr/>
            </p:nvSpPr>
            <p:spPr>
              <a:xfrm>
                <a:off x="33133" y="147602"/>
                <a:ext cx="6883174" cy="3835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64769" tIns="64769" rIns="64769" bIns="64769" numCol="1" anchor="ctr">
                <a:spAutoFit/>
              </a:bodyPr>
              <a:lstStyle/>
              <a:p>
                <a:pPr defTabSz="755650">
                  <a:lnSpc>
                    <a:spcPct val="90000"/>
                  </a:lnSpc>
                  <a:spcBef>
                    <a:spcPts val="700"/>
                  </a:spcBef>
                  <a:defRPr sz="1700" b="1">
                    <a:solidFill>
                      <a:srgbClr val="FFFFFF"/>
                    </a:solidFill>
                  </a:defRPr>
                </a:pPr>
                <a:r>
                  <a:t>style.css</a:t>
                </a:r>
                <a:r>
                  <a:rPr b="0"/>
                  <a:t> manages design</a:t>
                </a:r>
              </a:p>
            </p:txBody>
          </p:sp>
        </p:grpSp>
        <p:grpSp>
          <p:nvGrpSpPr>
            <p:cNvPr id="258" name="Group"/>
            <p:cNvGrpSpPr/>
            <p:nvPr/>
          </p:nvGrpSpPr>
          <p:grpSpPr>
            <a:xfrm>
              <a:off x="0" y="2910825"/>
              <a:ext cx="6949441" cy="678747"/>
              <a:chOff x="0" y="0"/>
              <a:chExt cx="6949440" cy="678746"/>
            </a:xfrm>
          </p:grpSpPr>
          <p:sp>
            <p:nvSpPr>
              <p:cNvPr id="256" name="Rounded Rectangle"/>
              <p:cNvSpPr/>
              <p:nvPr/>
            </p:nvSpPr>
            <p:spPr>
              <a:xfrm>
                <a:off x="0" y="0"/>
                <a:ext cx="6949441" cy="678747"/>
              </a:xfrm>
              <a:prstGeom prst="roundRect">
                <a:avLst>
                  <a:gd name="adj" fmla="val 16667"/>
                </a:avLst>
              </a:prstGeom>
              <a:solidFill>
                <a:srgbClr val="679A3E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755650">
                  <a:lnSpc>
                    <a:spcPct val="90000"/>
                  </a:lnSpc>
                  <a:spcBef>
                    <a:spcPts val="700"/>
                  </a:spcBef>
                  <a:defRPr sz="17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57" name="index.html is the landing page"/>
              <p:cNvSpPr txBox="1"/>
              <p:nvPr/>
            </p:nvSpPr>
            <p:spPr>
              <a:xfrm>
                <a:off x="33133" y="147603"/>
                <a:ext cx="6883174" cy="3835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64769" tIns="64769" rIns="64769" bIns="64769" numCol="1" anchor="ctr">
                <a:spAutoFit/>
              </a:bodyPr>
              <a:lstStyle/>
              <a:p>
                <a:pPr defTabSz="755650">
                  <a:lnSpc>
                    <a:spcPct val="90000"/>
                  </a:lnSpc>
                  <a:spcBef>
                    <a:spcPts val="700"/>
                  </a:spcBef>
                  <a:defRPr sz="1700" b="1">
                    <a:solidFill>
                      <a:srgbClr val="FFFFFF"/>
                    </a:solidFill>
                  </a:defRPr>
                </a:pPr>
                <a:r>
                  <a:t>index.html</a:t>
                </a:r>
                <a:r>
                  <a:rPr b="0"/>
                  <a:t> is the landing page</a:t>
                </a:r>
              </a:p>
            </p:txBody>
          </p:sp>
        </p:grpSp>
        <p:grpSp>
          <p:nvGrpSpPr>
            <p:cNvPr id="261" name="Group"/>
            <p:cNvGrpSpPr/>
            <p:nvPr/>
          </p:nvGrpSpPr>
          <p:grpSpPr>
            <a:xfrm>
              <a:off x="0" y="3638530"/>
              <a:ext cx="6949441" cy="678747"/>
              <a:chOff x="0" y="0"/>
              <a:chExt cx="6949440" cy="678746"/>
            </a:xfrm>
          </p:grpSpPr>
          <p:sp>
            <p:nvSpPr>
              <p:cNvPr id="259" name="Rounded Rectangle"/>
              <p:cNvSpPr/>
              <p:nvPr/>
            </p:nvSpPr>
            <p:spPr>
              <a:xfrm>
                <a:off x="0" y="0"/>
                <a:ext cx="6949441" cy="678747"/>
              </a:xfrm>
              <a:prstGeom prst="roundRect">
                <a:avLst>
                  <a:gd name="adj" fmla="val 16667"/>
                </a:avLst>
              </a:prstGeom>
              <a:solidFill>
                <a:srgbClr val="45963E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755650">
                  <a:lnSpc>
                    <a:spcPct val="90000"/>
                  </a:lnSpc>
                  <a:spcBef>
                    <a:spcPts val="700"/>
                  </a:spcBef>
                  <a:defRPr sz="17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60" name="quiz.html runs the quiz"/>
              <p:cNvSpPr txBox="1"/>
              <p:nvPr/>
            </p:nvSpPr>
            <p:spPr>
              <a:xfrm>
                <a:off x="33133" y="147603"/>
                <a:ext cx="6883174" cy="3835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64769" tIns="64769" rIns="64769" bIns="64769" numCol="1" anchor="ctr">
                <a:spAutoFit/>
              </a:bodyPr>
              <a:lstStyle/>
              <a:p>
                <a:pPr defTabSz="755650">
                  <a:lnSpc>
                    <a:spcPct val="90000"/>
                  </a:lnSpc>
                  <a:spcBef>
                    <a:spcPts val="700"/>
                  </a:spcBef>
                  <a:defRPr sz="1700" b="1">
                    <a:solidFill>
                      <a:srgbClr val="FFFFFF"/>
                    </a:solidFill>
                  </a:defRPr>
                </a:pPr>
                <a:r>
                  <a:t>quiz.html</a:t>
                </a:r>
                <a:r>
                  <a:rPr b="0"/>
                  <a:t> runs the quiz</a:t>
                </a:r>
              </a:p>
            </p:txBody>
          </p:sp>
        </p:grpSp>
        <p:grpSp>
          <p:nvGrpSpPr>
            <p:cNvPr id="264" name="Group"/>
            <p:cNvGrpSpPr/>
            <p:nvPr/>
          </p:nvGrpSpPr>
          <p:grpSpPr>
            <a:xfrm>
              <a:off x="0" y="4366237"/>
              <a:ext cx="6949441" cy="678747"/>
              <a:chOff x="0" y="0"/>
              <a:chExt cx="6949440" cy="678746"/>
            </a:xfrm>
          </p:grpSpPr>
          <p:sp>
            <p:nvSpPr>
              <p:cNvPr id="262" name="Rounded Rectangle"/>
              <p:cNvSpPr/>
              <p:nvPr/>
            </p:nvSpPr>
            <p:spPr>
              <a:xfrm>
                <a:off x="0" y="0"/>
                <a:ext cx="6949441" cy="678747"/>
              </a:xfrm>
              <a:prstGeom prst="roundRect">
                <a:avLst>
                  <a:gd name="adj" fmla="val 16667"/>
                </a:avLst>
              </a:prstGeom>
              <a:solidFill>
                <a:srgbClr val="3D9355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755650">
                  <a:lnSpc>
                    <a:spcPct val="90000"/>
                  </a:lnSpc>
                  <a:spcBef>
                    <a:spcPts val="700"/>
                  </a:spcBef>
                  <a:defRPr sz="17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63" name="results.html shows the score"/>
              <p:cNvSpPr txBox="1"/>
              <p:nvPr/>
            </p:nvSpPr>
            <p:spPr>
              <a:xfrm>
                <a:off x="33133" y="147603"/>
                <a:ext cx="6883174" cy="3835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64769" tIns="64769" rIns="64769" bIns="64769" numCol="1" anchor="ctr">
                <a:spAutoFit/>
              </a:bodyPr>
              <a:lstStyle/>
              <a:p>
                <a:pPr defTabSz="755650">
                  <a:lnSpc>
                    <a:spcPct val="90000"/>
                  </a:lnSpc>
                  <a:spcBef>
                    <a:spcPts val="700"/>
                  </a:spcBef>
                  <a:defRPr sz="1700" b="1">
                    <a:solidFill>
                      <a:srgbClr val="FFFFFF"/>
                    </a:solidFill>
                  </a:defRPr>
                </a:pPr>
                <a:r>
                  <a:rPr dirty="0" err="1"/>
                  <a:t>results.html</a:t>
                </a:r>
                <a:r>
                  <a:rPr b="0" dirty="0"/>
                  <a:t> shows the score</a:t>
                </a:r>
              </a:p>
            </p:txBody>
          </p:sp>
        </p:grpSp>
        <p:grpSp>
          <p:nvGrpSpPr>
            <p:cNvPr id="267" name="Group"/>
            <p:cNvGrpSpPr/>
            <p:nvPr/>
          </p:nvGrpSpPr>
          <p:grpSpPr>
            <a:xfrm>
              <a:off x="0" y="5093943"/>
              <a:ext cx="6949442" cy="678748"/>
              <a:chOff x="0" y="0"/>
              <a:chExt cx="6949441" cy="678747"/>
            </a:xfrm>
          </p:grpSpPr>
          <p:sp>
            <p:nvSpPr>
              <p:cNvPr id="265" name="Rounded Rectangle"/>
              <p:cNvSpPr/>
              <p:nvPr/>
            </p:nvSpPr>
            <p:spPr>
              <a:xfrm>
                <a:off x="0" y="0"/>
                <a:ext cx="6949441" cy="678747"/>
              </a:xfrm>
              <a:prstGeom prst="roundRect">
                <a:avLst>
                  <a:gd name="adj" fmla="val 16667"/>
                </a:avLst>
              </a:prstGeom>
              <a:solidFill>
                <a:schemeClr val="accent6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755650">
                  <a:lnSpc>
                    <a:spcPct val="90000"/>
                  </a:lnSpc>
                  <a:spcBef>
                    <a:spcPts val="700"/>
                  </a:spcBef>
                  <a:defRPr sz="17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66" name="Every file has a specific job and links through Flask routes or JavaScript requests."/>
              <p:cNvSpPr txBox="1"/>
              <p:nvPr/>
            </p:nvSpPr>
            <p:spPr>
              <a:xfrm>
                <a:off x="58751" y="189551"/>
                <a:ext cx="6883174" cy="36625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64769" tIns="64769" rIns="64769" bIns="64769" numCol="1" anchor="ctr">
                <a:spAutoFit/>
              </a:bodyPr>
              <a:lstStyle>
                <a:lvl1pPr defTabSz="755650">
                  <a:lnSpc>
                    <a:spcPct val="90000"/>
                  </a:lnSpc>
                  <a:spcBef>
                    <a:spcPts val="700"/>
                  </a:spcBef>
                  <a:defRPr sz="1700">
                    <a:solidFill>
                      <a:srgbClr val="FFFFFF"/>
                    </a:solidFill>
                  </a:defRPr>
                </a:lvl1pPr>
              </a:lstStyle>
              <a:p>
                <a:r>
                  <a:rPr lang="en-US" dirty="0" err="1"/>
                  <a:t>favorite.html</a:t>
                </a:r>
                <a:r>
                  <a:rPr lang="en-US" dirty="0"/>
                  <a:t> show favorite question</a:t>
                </a:r>
                <a:endParaRPr dirty="0"/>
              </a:p>
            </p:txBody>
          </p:sp>
        </p:grpSp>
      </p:grpSp>
      <p:sp>
        <p:nvSpPr>
          <p:cNvPr id="2" name="Rounded Rectangle">
            <a:extLst>
              <a:ext uri="{FF2B5EF4-FFF2-40B4-BE49-F238E27FC236}">
                <a16:creationId xmlns:a16="http://schemas.microsoft.com/office/drawing/2014/main" id="{3641DF83-A5A0-4F76-BB8A-C66B8DF0016F}"/>
              </a:ext>
            </a:extLst>
          </p:cNvPr>
          <p:cNvSpPr/>
          <p:nvPr/>
        </p:nvSpPr>
        <p:spPr>
          <a:xfrm>
            <a:off x="4610318" y="6023505"/>
            <a:ext cx="6949444" cy="678748"/>
          </a:xfrm>
          <a:prstGeom prst="roundRect">
            <a:avLst>
              <a:gd name="adj" fmla="val 16667"/>
            </a:avLst>
          </a:prstGeom>
          <a:solidFill>
            <a:srgbClr val="3D9355"/>
          </a:solidFill>
          <a:ln w="1270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755650">
              <a:lnSpc>
                <a:spcPct val="90000"/>
              </a:lnSpc>
              <a:spcBef>
                <a:spcPts val="700"/>
              </a:spcBef>
              <a:defRPr sz="1700">
                <a:solidFill>
                  <a:srgbClr val="FFFFFF"/>
                </a:solidFill>
              </a:defRPr>
            </a:pPr>
            <a:r>
              <a:rPr lang="en-US" dirty="0"/>
              <a:t>Every file has a specific job and links through Flask routes or JavaScript requests</a:t>
            </a:r>
            <a:endParaRPr dirty="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Rectangle 10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1" name="Title 1"/>
          <p:cNvSpPr txBox="1">
            <a:spLocks noGrp="1"/>
          </p:cNvSpPr>
          <p:nvPr>
            <p:ph type="ctrTitle"/>
          </p:nvPr>
        </p:nvSpPr>
        <p:spPr>
          <a:xfrm>
            <a:off x="612646" y="548639"/>
            <a:ext cx="10872217" cy="1132260"/>
          </a:xfrm>
          <a:prstGeom prst="rect">
            <a:avLst/>
          </a:prstGeom>
        </p:spPr>
        <p:txBody>
          <a:bodyPr anchor="t"/>
          <a:lstStyle/>
          <a:p>
            <a:pPr algn="l" defTabSz="877823">
              <a:defRPr sz="2400"/>
            </a:pPr>
            <a:br/>
            <a:r>
              <a:t>Backend Used</a:t>
            </a:r>
            <a:br/>
            <a:endParaRPr/>
          </a:p>
        </p:txBody>
      </p:sp>
      <p:pic>
        <p:nvPicPr>
          <p:cNvPr id="272" name="Picture 2" descr="Picture 2"/>
          <p:cNvPicPr>
            <a:picLocks noChangeAspect="1"/>
          </p:cNvPicPr>
          <p:nvPr/>
        </p:nvPicPr>
        <p:blipFill>
          <a:blip r:embed="rId2"/>
          <a:srcRect l="6447" r="1" b="2"/>
          <a:stretch>
            <a:fillRect/>
          </a:stretch>
        </p:blipFill>
        <p:spPr>
          <a:xfrm>
            <a:off x="731520" y="1775012"/>
            <a:ext cx="6355080" cy="4534349"/>
          </a:xfrm>
          <a:prstGeom prst="rect">
            <a:avLst/>
          </a:prstGeom>
          <a:ln w="12700">
            <a:miter lim="400000"/>
          </a:ln>
        </p:spPr>
      </p:pic>
      <p:sp>
        <p:nvSpPr>
          <p:cNvPr id="273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7442201" y="1775011"/>
            <a:ext cx="4042664" cy="4534350"/>
          </a:xfrm>
          <a:prstGeom prst="rect">
            <a:avLst/>
          </a:prstGeom>
        </p:spPr>
        <p:txBody>
          <a:bodyPr/>
          <a:lstStyle/>
          <a:p>
            <a:pPr indent="-228600" algn="l">
              <a:buSzPct val="100000"/>
              <a:buFont typeface="Arial"/>
              <a:buChar char="•"/>
            </a:pPr>
            <a:r>
              <a:rPr dirty="0"/>
              <a:t>project uses </a:t>
            </a:r>
            <a:r>
              <a:rPr b="1" dirty="0"/>
              <a:t>Flask</a:t>
            </a:r>
            <a:r>
              <a:rPr dirty="0"/>
              <a:t> to handle:</a:t>
            </a:r>
          </a:p>
          <a:p>
            <a:pPr indent="-228600" algn="l">
              <a:buSzPct val="100000"/>
              <a:buFont typeface="Arial"/>
              <a:buChar char="•"/>
            </a:pPr>
            <a:r>
              <a:rPr dirty="0"/>
              <a:t>routing</a:t>
            </a:r>
          </a:p>
          <a:p>
            <a:pPr indent="-228600" algn="l">
              <a:buSzPct val="100000"/>
              <a:buFont typeface="Arial"/>
              <a:buChar char="•"/>
            </a:pPr>
            <a:r>
              <a:rPr dirty="0"/>
              <a:t>serving HTML templates</a:t>
            </a:r>
          </a:p>
          <a:p>
            <a:pPr indent="-228600" algn="l">
              <a:buSzPct val="100000"/>
              <a:buFont typeface="Arial"/>
              <a:buChar char="•"/>
            </a:pPr>
            <a:r>
              <a:rPr dirty="0"/>
              <a:t>sending questions to the frontend</a:t>
            </a:r>
          </a:p>
          <a:p>
            <a:pPr indent="-228600" algn="l">
              <a:buSzPct val="100000"/>
              <a:buFont typeface="Arial"/>
              <a:buChar char="•"/>
            </a:pPr>
            <a:r>
              <a:rPr dirty="0"/>
              <a:t>receiving answers from the </a:t>
            </a:r>
            <a:r>
              <a:rPr lang="en-US" dirty="0"/>
              <a:t>    </a:t>
            </a:r>
            <a:r>
              <a:rPr dirty="0"/>
              <a:t>frontend</a:t>
            </a:r>
          </a:p>
          <a:p>
            <a:pPr indent="-228600" algn="l">
              <a:buSzPct val="100000"/>
              <a:buFont typeface="Arial"/>
              <a:buChar char="•"/>
            </a:pPr>
            <a:r>
              <a:rPr dirty="0"/>
              <a:t>comparing user answers</a:t>
            </a:r>
          </a:p>
          <a:p>
            <a:pPr indent="-228600" algn="l">
              <a:buSzPct val="100000"/>
              <a:buFont typeface="Arial"/>
              <a:buChar char="•"/>
            </a:pPr>
            <a:r>
              <a:rPr dirty="0"/>
              <a:t>returning scores and explanations</a:t>
            </a:r>
          </a:p>
          <a:p>
            <a:pPr indent="-228600" algn="l">
              <a:buSzPct val="100000"/>
              <a:buFont typeface="Arial"/>
              <a:buChar char="•"/>
            </a:pPr>
            <a:r>
              <a:rPr dirty="0"/>
              <a:t>storing session data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Rectangle 205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276" name="Title 1"/>
          <p:cNvSpPr txBox="1">
            <a:spLocks noGrp="1"/>
          </p:cNvSpPr>
          <p:nvPr>
            <p:ph type="ctrTitle"/>
          </p:nvPr>
        </p:nvSpPr>
        <p:spPr>
          <a:xfrm>
            <a:off x="228601" y="942974"/>
            <a:ext cx="4457699" cy="3460879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>
              <a:defRPr sz="3300"/>
            </a:pPr>
            <a:br>
              <a:rPr dirty="0"/>
            </a:br>
            <a:r>
              <a:rPr dirty="0"/>
              <a:t>Backend Workflow</a:t>
            </a:r>
            <a:br>
              <a:rPr dirty="0"/>
            </a:br>
            <a:endParaRPr dirty="0"/>
          </a:p>
        </p:txBody>
      </p:sp>
      <p:grpSp>
        <p:nvGrpSpPr>
          <p:cNvPr id="302" name="Diagram 4"/>
          <p:cNvGrpSpPr/>
          <p:nvPr/>
        </p:nvGrpSpPr>
        <p:grpSpPr>
          <a:xfrm>
            <a:off x="5906801" y="2455343"/>
            <a:ext cx="5577902" cy="3611522"/>
            <a:chOff x="0" y="0"/>
            <a:chExt cx="5577901" cy="3611521"/>
          </a:xfrm>
        </p:grpSpPr>
        <p:grpSp>
          <p:nvGrpSpPr>
            <p:cNvPr id="280" name="Group"/>
            <p:cNvGrpSpPr/>
            <p:nvPr/>
          </p:nvGrpSpPr>
          <p:grpSpPr>
            <a:xfrm>
              <a:off x="0" y="0"/>
              <a:ext cx="5577902" cy="383761"/>
              <a:chOff x="0" y="0"/>
              <a:chExt cx="5577901" cy="383760"/>
            </a:xfrm>
          </p:grpSpPr>
          <p:sp>
            <p:nvSpPr>
              <p:cNvPr id="278" name="Rounded Rectangle"/>
              <p:cNvSpPr/>
              <p:nvPr/>
            </p:nvSpPr>
            <p:spPr>
              <a:xfrm>
                <a:off x="0" y="0"/>
                <a:ext cx="5577902" cy="383761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 w="190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711200">
                  <a:lnSpc>
                    <a:spcPct val="90000"/>
                  </a:lnSpc>
                  <a:spcBef>
                    <a:spcPts val="700"/>
                  </a:spcBef>
                  <a:defRPr sz="16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79" name="The backend handles three things."/>
              <p:cNvSpPr txBox="1"/>
              <p:nvPr/>
            </p:nvSpPr>
            <p:spPr>
              <a:xfrm>
                <a:off x="18734" y="10269"/>
                <a:ext cx="5540434" cy="3632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60960" tIns="60960" rIns="60960" bIns="60960" numCol="1" anchor="ctr">
                <a:spAutoFit/>
              </a:bodyPr>
              <a:lstStyle>
                <a:lvl1pPr defTabSz="711200">
                  <a:lnSpc>
                    <a:spcPct val="90000"/>
                  </a:lnSpc>
                  <a:spcBef>
                    <a:spcPts val="600"/>
                  </a:spcBef>
                  <a:defRPr sz="1600">
                    <a:solidFill>
                      <a:srgbClr val="FFFFFF"/>
                    </a:solidFill>
                  </a:defRPr>
                </a:lvl1pPr>
              </a:lstStyle>
              <a:p>
                <a:r>
                  <a:t>The backend handles three things.</a:t>
                </a:r>
              </a:p>
            </p:txBody>
          </p:sp>
        </p:grpSp>
        <p:grpSp>
          <p:nvGrpSpPr>
            <p:cNvPr id="283" name="Group"/>
            <p:cNvGrpSpPr/>
            <p:nvPr/>
          </p:nvGrpSpPr>
          <p:grpSpPr>
            <a:xfrm>
              <a:off x="0" y="429839"/>
              <a:ext cx="5577902" cy="383761"/>
              <a:chOff x="0" y="0"/>
              <a:chExt cx="5577901" cy="383760"/>
            </a:xfrm>
          </p:grpSpPr>
          <p:sp>
            <p:nvSpPr>
              <p:cNvPr id="281" name="Rounded Rectangle"/>
              <p:cNvSpPr/>
              <p:nvPr/>
            </p:nvSpPr>
            <p:spPr>
              <a:xfrm>
                <a:off x="0" y="0"/>
                <a:ext cx="5577902" cy="383761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 w="190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711200">
                  <a:lnSpc>
                    <a:spcPct val="90000"/>
                  </a:lnSpc>
                  <a:spcBef>
                    <a:spcPts val="700"/>
                  </a:spcBef>
                  <a:defRPr sz="16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82" name="load all questions"/>
              <p:cNvSpPr txBox="1"/>
              <p:nvPr/>
            </p:nvSpPr>
            <p:spPr>
              <a:xfrm>
                <a:off x="18734" y="10270"/>
                <a:ext cx="5540434" cy="3632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60960" tIns="60960" rIns="60960" bIns="60960" numCol="1" anchor="ctr">
                <a:spAutoFit/>
              </a:bodyPr>
              <a:lstStyle>
                <a:lvl1pPr defTabSz="711200">
                  <a:lnSpc>
                    <a:spcPct val="90000"/>
                  </a:lnSpc>
                  <a:spcBef>
                    <a:spcPts val="600"/>
                  </a:spcBef>
                  <a:defRPr sz="1600">
                    <a:solidFill>
                      <a:srgbClr val="FFFFFF"/>
                    </a:solidFill>
                  </a:defRPr>
                </a:lvl1pPr>
              </a:lstStyle>
              <a:p>
                <a:r>
                  <a:t>load all questions</a:t>
                </a:r>
              </a:p>
            </p:txBody>
          </p:sp>
        </p:grpSp>
        <p:grpSp>
          <p:nvGrpSpPr>
            <p:cNvPr id="286" name="Group"/>
            <p:cNvGrpSpPr/>
            <p:nvPr/>
          </p:nvGrpSpPr>
          <p:grpSpPr>
            <a:xfrm>
              <a:off x="0" y="859681"/>
              <a:ext cx="5577902" cy="383761"/>
              <a:chOff x="0" y="0"/>
              <a:chExt cx="5577901" cy="383760"/>
            </a:xfrm>
          </p:grpSpPr>
          <p:sp>
            <p:nvSpPr>
              <p:cNvPr id="284" name="Rounded Rectangle"/>
              <p:cNvSpPr/>
              <p:nvPr/>
            </p:nvSpPr>
            <p:spPr>
              <a:xfrm>
                <a:off x="0" y="0"/>
                <a:ext cx="5577902" cy="383761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 w="190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711200">
                  <a:lnSpc>
                    <a:spcPct val="90000"/>
                  </a:lnSpc>
                  <a:spcBef>
                    <a:spcPts val="700"/>
                  </a:spcBef>
                  <a:defRPr sz="16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85" name="respond to user actions"/>
              <p:cNvSpPr txBox="1"/>
              <p:nvPr/>
            </p:nvSpPr>
            <p:spPr>
              <a:xfrm>
                <a:off x="18734" y="10269"/>
                <a:ext cx="5540434" cy="3632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60960" tIns="60960" rIns="60960" bIns="60960" numCol="1" anchor="ctr">
                <a:spAutoFit/>
              </a:bodyPr>
              <a:lstStyle>
                <a:lvl1pPr defTabSz="711200">
                  <a:lnSpc>
                    <a:spcPct val="90000"/>
                  </a:lnSpc>
                  <a:spcBef>
                    <a:spcPts val="600"/>
                  </a:spcBef>
                  <a:defRPr sz="1600">
                    <a:solidFill>
                      <a:srgbClr val="FFFFFF"/>
                    </a:solidFill>
                  </a:defRPr>
                </a:lvl1pPr>
              </a:lstStyle>
              <a:p>
                <a:r>
                  <a:rPr dirty="0"/>
                  <a:t>respond to user actions</a:t>
                </a:r>
              </a:p>
            </p:txBody>
          </p:sp>
        </p:grpSp>
        <p:grpSp>
          <p:nvGrpSpPr>
            <p:cNvPr id="289" name="Group"/>
            <p:cNvGrpSpPr/>
            <p:nvPr/>
          </p:nvGrpSpPr>
          <p:grpSpPr>
            <a:xfrm>
              <a:off x="0" y="1508401"/>
              <a:ext cx="5577902" cy="383761"/>
              <a:chOff x="0" y="0"/>
              <a:chExt cx="5577901" cy="383760"/>
            </a:xfrm>
          </p:grpSpPr>
          <p:sp>
            <p:nvSpPr>
              <p:cNvPr id="287" name="Rounded Rectangle"/>
              <p:cNvSpPr/>
              <p:nvPr/>
            </p:nvSpPr>
            <p:spPr>
              <a:xfrm>
                <a:off x="0" y="0"/>
                <a:ext cx="5577902" cy="383761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 w="190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711200">
                  <a:lnSpc>
                    <a:spcPct val="90000"/>
                  </a:lnSpc>
                  <a:spcBef>
                    <a:spcPts val="700"/>
                  </a:spcBef>
                  <a:defRPr sz="16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88" name="Routes"/>
              <p:cNvSpPr txBox="1"/>
              <p:nvPr/>
            </p:nvSpPr>
            <p:spPr>
              <a:xfrm>
                <a:off x="18734" y="10269"/>
                <a:ext cx="5540434" cy="3632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60960" tIns="60960" rIns="60960" bIns="60960" numCol="1" anchor="ctr">
                <a:spAutoFit/>
              </a:bodyPr>
              <a:lstStyle>
                <a:lvl1pPr defTabSz="711200">
                  <a:lnSpc>
                    <a:spcPct val="90000"/>
                  </a:lnSpc>
                  <a:spcBef>
                    <a:spcPts val="600"/>
                  </a:spcBef>
                  <a:defRPr sz="1600">
                    <a:solidFill>
                      <a:srgbClr val="FFFFFF"/>
                    </a:solidFill>
                  </a:defRPr>
                </a:lvl1pPr>
              </a:lstStyle>
              <a:p>
                <a:r>
                  <a:t>Routes</a:t>
                </a:r>
              </a:p>
            </p:txBody>
          </p:sp>
        </p:grpSp>
        <p:grpSp>
          <p:nvGrpSpPr>
            <p:cNvPr id="292" name="Group"/>
            <p:cNvGrpSpPr/>
            <p:nvPr/>
          </p:nvGrpSpPr>
          <p:grpSpPr>
            <a:xfrm>
              <a:off x="0" y="1938241"/>
              <a:ext cx="5577902" cy="383761"/>
              <a:chOff x="0" y="0"/>
              <a:chExt cx="5577901" cy="383760"/>
            </a:xfrm>
          </p:grpSpPr>
          <p:sp>
            <p:nvSpPr>
              <p:cNvPr id="290" name="Rounded Rectangle"/>
              <p:cNvSpPr/>
              <p:nvPr/>
            </p:nvSpPr>
            <p:spPr>
              <a:xfrm>
                <a:off x="0" y="0"/>
                <a:ext cx="5577902" cy="383761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 w="190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711200">
                  <a:lnSpc>
                    <a:spcPct val="90000"/>
                  </a:lnSpc>
                  <a:spcBef>
                    <a:spcPts val="700"/>
                  </a:spcBef>
                  <a:defRPr sz="16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91" name="“/get_questions” returns filtered questions"/>
              <p:cNvSpPr txBox="1"/>
              <p:nvPr/>
            </p:nvSpPr>
            <p:spPr>
              <a:xfrm>
                <a:off x="18734" y="10269"/>
                <a:ext cx="5540434" cy="3632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60960" tIns="60960" rIns="60960" bIns="60960" numCol="1" anchor="ctr">
                <a:spAutoFit/>
              </a:bodyPr>
              <a:lstStyle>
                <a:lvl1pPr defTabSz="711200">
                  <a:lnSpc>
                    <a:spcPct val="90000"/>
                  </a:lnSpc>
                  <a:spcBef>
                    <a:spcPts val="600"/>
                  </a:spcBef>
                  <a:defRPr sz="1600">
                    <a:solidFill>
                      <a:srgbClr val="FFFFFF"/>
                    </a:solidFill>
                  </a:defRPr>
                </a:lvl1pPr>
              </a:lstStyle>
              <a:p>
                <a:r>
                  <a:t>“/get_questions” returns filtered questions</a:t>
                </a:r>
              </a:p>
            </p:txBody>
          </p:sp>
        </p:grpSp>
        <p:grpSp>
          <p:nvGrpSpPr>
            <p:cNvPr id="295" name="Group"/>
            <p:cNvGrpSpPr/>
            <p:nvPr/>
          </p:nvGrpSpPr>
          <p:grpSpPr>
            <a:xfrm>
              <a:off x="0" y="2368080"/>
              <a:ext cx="5577902" cy="383761"/>
              <a:chOff x="0" y="0"/>
              <a:chExt cx="5577901" cy="383760"/>
            </a:xfrm>
          </p:grpSpPr>
          <p:sp>
            <p:nvSpPr>
              <p:cNvPr id="293" name="Rounded Rectangle"/>
              <p:cNvSpPr/>
              <p:nvPr/>
            </p:nvSpPr>
            <p:spPr>
              <a:xfrm>
                <a:off x="0" y="0"/>
                <a:ext cx="5577902" cy="383761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 w="190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711200">
                  <a:lnSpc>
                    <a:spcPct val="90000"/>
                  </a:lnSpc>
                  <a:spcBef>
                    <a:spcPts val="700"/>
                  </a:spcBef>
                  <a:defRPr sz="16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94" name="“/submit_answer” checks correctness"/>
              <p:cNvSpPr txBox="1"/>
              <p:nvPr/>
            </p:nvSpPr>
            <p:spPr>
              <a:xfrm>
                <a:off x="18734" y="10270"/>
                <a:ext cx="5540434" cy="3632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60960" tIns="60960" rIns="60960" bIns="60960" numCol="1" anchor="ctr">
                <a:spAutoFit/>
              </a:bodyPr>
              <a:lstStyle>
                <a:lvl1pPr defTabSz="711200">
                  <a:lnSpc>
                    <a:spcPct val="90000"/>
                  </a:lnSpc>
                  <a:spcBef>
                    <a:spcPts val="600"/>
                  </a:spcBef>
                  <a:defRPr sz="1600">
                    <a:solidFill>
                      <a:srgbClr val="FFFFFF"/>
                    </a:solidFill>
                  </a:defRPr>
                </a:lvl1pPr>
              </a:lstStyle>
              <a:p>
                <a:r>
                  <a:t>“/submit_answer” checks correctness</a:t>
                </a:r>
              </a:p>
            </p:txBody>
          </p:sp>
        </p:grpSp>
        <p:grpSp>
          <p:nvGrpSpPr>
            <p:cNvPr id="298" name="Group"/>
            <p:cNvGrpSpPr/>
            <p:nvPr/>
          </p:nvGrpSpPr>
          <p:grpSpPr>
            <a:xfrm>
              <a:off x="0" y="2797920"/>
              <a:ext cx="5577902" cy="383761"/>
              <a:chOff x="0" y="0"/>
              <a:chExt cx="5577901" cy="383760"/>
            </a:xfrm>
          </p:grpSpPr>
          <p:sp>
            <p:nvSpPr>
              <p:cNvPr id="296" name="Rounded Rectangle"/>
              <p:cNvSpPr/>
              <p:nvPr/>
            </p:nvSpPr>
            <p:spPr>
              <a:xfrm>
                <a:off x="0" y="0"/>
                <a:ext cx="5577902" cy="383761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 w="190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711200">
                  <a:lnSpc>
                    <a:spcPct val="90000"/>
                  </a:lnSpc>
                  <a:spcBef>
                    <a:spcPts val="700"/>
                  </a:spcBef>
                  <a:defRPr sz="16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97" name="“/results” sends the final score"/>
              <p:cNvSpPr txBox="1"/>
              <p:nvPr/>
            </p:nvSpPr>
            <p:spPr>
              <a:xfrm>
                <a:off x="18734" y="10270"/>
                <a:ext cx="5540434" cy="3632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60960" tIns="60960" rIns="60960" bIns="60960" numCol="1" anchor="ctr">
                <a:spAutoFit/>
              </a:bodyPr>
              <a:lstStyle>
                <a:lvl1pPr defTabSz="711200">
                  <a:lnSpc>
                    <a:spcPct val="90000"/>
                  </a:lnSpc>
                  <a:spcBef>
                    <a:spcPts val="600"/>
                  </a:spcBef>
                  <a:defRPr sz="1600">
                    <a:solidFill>
                      <a:srgbClr val="FFFFFF"/>
                    </a:solidFill>
                  </a:defRPr>
                </a:lvl1pPr>
              </a:lstStyle>
              <a:p>
                <a:r>
                  <a:t>“/results” sends the final score</a:t>
                </a:r>
              </a:p>
            </p:txBody>
          </p:sp>
        </p:grpSp>
        <p:grpSp>
          <p:nvGrpSpPr>
            <p:cNvPr id="301" name="Group"/>
            <p:cNvGrpSpPr/>
            <p:nvPr/>
          </p:nvGrpSpPr>
          <p:grpSpPr>
            <a:xfrm>
              <a:off x="0" y="3227760"/>
              <a:ext cx="5577902" cy="383762"/>
              <a:chOff x="0" y="0"/>
              <a:chExt cx="5577901" cy="383760"/>
            </a:xfrm>
          </p:grpSpPr>
          <p:sp>
            <p:nvSpPr>
              <p:cNvPr id="299" name="Rounded Rectangle"/>
              <p:cNvSpPr/>
              <p:nvPr/>
            </p:nvSpPr>
            <p:spPr>
              <a:xfrm>
                <a:off x="0" y="0"/>
                <a:ext cx="5577902" cy="383761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 w="190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711200">
                  <a:lnSpc>
                    <a:spcPct val="90000"/>
                  </a:lnSpc>
                  <a:spcBef>
                    <a:spcPts val="700"/>
                  </a:spcBef>
                  <a:defRPr sz="16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300" name="The backend forms the connection between data and UI."/>
              <p:cNvSpPr txBox="1"/>
              <p:nvPr/>
            </p:nvSpPr>
            <p:spPr>
              <a:xfrm>
                <a:off x="18734" y="10270"/>
                <a:ext cx="5540434" cy="3632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60960" tIns="60960" rIns="60960" bIns="60960" numCol="1" anchor="ctr">
                <a:spAutoFit/>
              </a:bodyPr>
              <a:lstStyle>
                <a:lvl1pPr defTabSz="711200">
                  <a:lnSpc>
                    <a:spcPct val="90000"/>
                  </a:lnSpc>
                  <a:spcBef>
                    <a:spcPts val="600"/>
                  </a:spcBef>
                  <a:defRPr sz="1600">
                    <a:solidFill>
                      <a:srgbClr val="FFFFFF"/>
                    </a:solidFill>
                  </a:defRPr>
                </a:lvl1pPr>
              </a:lstStyle>
              <a:p>
                <a:r>
                  <a:t>The backend forms the connection between data and UI.</a:t>
                </a:r>
              </a:p>
            </p:txBody>
          </p:sp>
        </p:grpSp>
      </p:grp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Rectangle 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5" name="Title 1"/>
          <p:cNvSpPr txBox="1">
            <a:spLocks noGrp="1"/>
          </p:cNvSpPr>
          <p:nvPr>
            <p:ph type="ctrTitle"/>
          </p:nvPr>
        </p:nvSpPr>
        <p:spPr>
          <a:xfrm>
            <a:off x="612648" y="548637"/>
            <a:ext cx="3493010" cy="5788154"/>
          </a:xfrm>
          <a:prstGeom prst="rect">
            <a:avLst/>
          </a:prstGeom>
        </p:spPr>
        <p:txBody>
          <a:bodyPr anchor="ctr"/>
          <a:lstStyle/>
          <a:p>
            <a:pPr algn="l"/>
            <a:br/>
            <a:r>
              <a:t>Frontend Workflow</a:t>
            </a:r>
            <a:br/>
            <a:endParaRPr/>
          </a:p>
        </p:txBody>
      </p:sp>
      <p:grpSp>
        <p:nvGrpSpPr>
          <p:cNvPr id="333" name="Diagram 6"/>
          <p:cNvGrpSpPr/>
          <p:nvPr/>
        </p:nvGrpSpPr>
        <p:grpSpPr>
          <a:xfrm>
            <a:off x="4608245" y="569705"/>
            <a:ext cx="6949442" cy="5744507"/>
            <a:chOff x="0" y="0"/>
            <a:chExt cx="6949440" cy="5744505"/>
          </a:xfrm>
        </p:grpSpPr>
        <p:grpSp>
          <p:nvGrpSpPr>
            <p:cNvPr id="308" name="Group"/>
            <p:cNvGrpSpPr/>
            <p:nvPr/>
          </p:nvGrpSpPr>
          <p:grpSpPr>
            <a:xfrm>
              <a:off x="0" y="0"/>
              <a:ext cx="6949441" cy="610118"/>
              <a:chOff x="0" y="0"/>
              <a:chExt cx="6949440" cy="610117"/>
            </a:xfrm>
          </p:grpSpPr>
          <p:sp>
            <p:nvSpPr>
              <p:cNvPr id="306" name="Rounded Rectangle"/>
              <p:cNvSpPr/>
              <p:nvPr/>
            </p:nvSpPr>
            <p:spPr>
              <a:xfrm>
                <a:off x="0" y="0"/>
                <a:ext cx="6949441" cy="610118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488950">
                  <a:lnSpc>
                    <a:spcPct val="90000"/>
                  </a:lnSpc>
                  <a:spcBef>
                    <a:spcPts val="700"/>
                  </a:spcBef>
                  <a:defRPr sz="11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307" name="The frontend handles interaction and display."/>
              <p:cNvSpPr txBox="1"/>
              <p:nvPr/>
            </p:nvSpPr>
            <p:spPr>
              <a:xfrm>
                <a:off x="29784" y="180599"/>
                <a:ext cx="6889872" cy="2489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1909" tIns="41909" rIns="41909" bIns="41909" numCol="1" anchor="ctr">
                <a:spAutoFit/>
              </a:bodyPr>
              <a:lstStyle>
                <a:lvl1pPr defTabSz="488950">
                  <a:lnSpc>
                    <a:spcPct val="90000"/>
                  </a:lnSpc>
                  <a:spcBef>
                    <a:spcPts val="400"/>
                  </a:spcBef>
                  <a:defRPr sz="1100">
                    <a:solidFill>
                      <a:srgbClr val="FFFFFF"/>
                    </a:solidFill>
                  </a:defRPr>
                </a:lvl1pPr>
              </a:lstStyle>
              <a:p>
                <a:r>
                  <a:t>The frontend handles interaction and display.</a:t>
                </a:r>
              </a:p>
            </p:txBody>
          </p:sp>
        </p:grpSp>
        <p:grpSp>
          <p:nvGrpSpPr>
            <p:cNvPr id="311" name="Group"/>
            <p:cNvGrpSpPr/>
            <p:nvPr/>
          </p:nvGrpSpPr>
          <p:grpSpPr>
            <a:xfrm>
              <a:off x="0" y="641797"/>
              <a:ext cx="6949441" cy="610119"/>
              <a:chOff x="0" y="0"/>
              <a:chExt cx="6949440" cy="610117"/>
            </a:xfrm>
          </p:grpSpPr>
          <p:sp>
            <p:nvSpPr>
              <p:cNvPr id="309" name="Rounded Rectangle"/>
              <p:cNvSpPr/>
              <p:nvPr/>
            </p:nvSpPr>
            <p:spPr>
              <a:xfrm>
                <a:off x="0" y="0"/>
                <a:ext cx="6949441" cy="610118"/>
              </a:xfrm>
              <a:prstGeom prst="roundRect">
                <a:avLst>
                  <a:gd name="adj" fmla="val 16667"/>
                </a:avLst>
              </a:prstGeom>
              <a:solidFill>
                <a:srgbClr val="A46A40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488950">
                  <a:lnSpc>
                    <a:spcPct val="90000"/>
                  </a:lnSpc>
                  <a:spcBef>
                    <a:spcPts val="700"/>
                  </a:spcBef>
                  <a:defRPr sz="11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310" name="JavaScript"/>
              <p:cNvSpPr txBox="1"/>
              <p:nvPr/>
            </p:nvSpPr>
            <p:spPr>
              <a:xfrm>
                <a:off x="29784" y="180598"/>
                <a:ext cx="6889872" cy="2489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1909" tIns="41909" rIns="41909" bIns="41909" numCol="1" anchor="ctr">
                <a:spAutoFit/>
              </a:bodyPr>
              <a:lstStyle>
                <a:lvl1pPr defTabSz="488950">
                  <a:lnSpc>
                    <a:spcPct val="90000"/>
                  </a:lnSpc>
                  <a:spcBef>
                    <a:spcPts val="400"/>
                  </a:spcBef>
                  <a:defRPr sz="1100">
                    <a:solidFill>
                      <a:srgbClr val="FFFFFF"/>
                    </a:solidFill>
                  </a:defRPr>
                </a:lvl1pPr>
              </a:lstStyle>
              <a:p>
                <a:r>
                  <a:t>JavaScript</a:t>
                </a:r>
              </a:p>
            </p:txBody>
          </p:sp>
        </p:grpSp>
        <p:grpSp>
          <p:nvGrpSpPr>
            <p:cNvPr id="314" name="Group"/>
            <p:cNvGrpSpPr/>
            <p:nvPr/>
          </p:nvGrpSpPr>
          <p:grpSpPr>
            <a:xfrm>
              <a:off x="0" y="1283596"/>
              <a:ext cx="6949441" cy="610119"/>
              <a:chOff x="0" y="0"/>
              <a:chExt cx="6949440" cy="610117"/>
            </a:xfrm>
          </p:grpSpPr>
          <p:sp>
            <p:nvSpPr>
              <p:cNvPr id="312" name="Rounded Rectangle"/>
              <p:cNvSpPr/>
              <p:nvPr/>
            </p:nvSpPr>
            <p:spPr>
              <a:xfrm>
                <a:off x="0" y="0"/>
                <a:ext cx="6949441" cy="610118"/>
              </a:xfrm>
              <a:prstGeom prst="roundRect">
                <a:avLst>
                  <a:gd name="adj" fmla="val 16667"/>
                </a:avLst>
              </a:prstGeom>
              <a:solidFill>
                <a:srgbClr val="A1883F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488950">
                  <a:lnSpc>
                    <a:spcPct val="90000"/>
                  </a:lnSpc>
                  <a:spcBef>
                    <a:spcPts val="700"/>
                  </a:spcBef>
                  <a:defRPr sz="11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313" name="fetches questions"/>
              <p:cNvSpPr txBox="1"/>
              <p:nvPr/>
            </p:nvSpPr>
            <p:spPr>
              <a:xfrm>
                <a:off x="29784" y="180598"/>
                <a:ext cx="6889872" cy="2489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1909" tIns="41909" rIns="41909" bIns="41909" numCol="1" anchor="ctr">
                <a:spAutoFit/>
              </a:bodyPr>
              <a:lstStyle>
                <a:lvl1pPr defTabSz="488950">
                  <a:lnSpc>
                    <a:spcPct val="90000"/>
                  </a:lnSpc>
                  <a:spcBef>
                    <a:spcPts val="400"/>
                  </a:spcBef>
                  <a:defRPr sz="1100">
                    <a:solidFill>
                      <a:srgbClr val="FFFFFF"/>
                    </a:solidFill>
                  </a:defRPr>
                </a:lvl1pPr>
              </a:lstStyle>
              <a:p>
                <a:r>
                  <a:t>fetches questions</a:t>
                </a:r>
              </a:p>
            </p:txBody>
          </p:sp>
        </p:grpSp>
        <p:grpSp>
          <p:nvGrpSpPr>
            <p:cNvPr id="317" name="Group"/>
            <p:cNvGrpSpPr/>
            <p:nvPr/>
          </p:nvGrpSpPr>
          <p:grpSpPr>
            <a:xfrm>
              <a:off x="0" y="1925395"/>
              <a:ext cx="6949441" cy="610119"/>
              <a:chOff x="0" y="0"/>
              <a:chExt cx="6949440" cy="610117"/>
            </a:xfrm>
          </p:grpSpPr>
          <p:sp>
            <p:nvSpPr>
              <p:cNvPr id="315" name="Rounded Rectangle"/>
              <p:cNvSpPr/>
              <p:nvPr/>
            </p:nvSpPr>
            <p:spPr>
              <a:xfrm>
                <a:off x="0" y="0"/>
                <a:ext cx="6949441" cy="610118"/>
              </a:xfrm>
              <a:prstGeom prst="roundRect">
                <a:avLst>
                  <a:gd name="adj" fmla="val 16667"/>
                </a:avLst>
              </a:prstGeom>
              <a:solidFill>
                <a:srgbClr val="999E3F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488950">
                  <a:lnSpc>
                    <a:spcPct val="90000"/>
                  </a:lnSpc>
                  <a:spcBef>
                    <a:spcPts val="700"/>
                  </a:spcBef>
                  <a:defRPr sz="11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316" name="updates the screen"/>
              <p:cNvSpPr txBox="1"/>
              <p:nvPr/>
            </p:nvSpPr>
            <p:spPr>
              <a:xfrm>
                <a:off x="29784" y="180599"/>
                <a:ext cx="6889872" cy="2489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1909" tIns="41909" rIns="41909" bIns="41909" numCol="1" anchor="ctr">
                <a:spAutoFit/>
              </a:bodyPr>
              <a:lstStyle>
                <a:lvl1pPr defTabSz="488950">
                  <a:lnSpc>
                    <a:spcPct val="90000"/>
                  </a:lnSpc>
                  <a:spcBef>
                    <a:spcPts val="400"/>
                  </a:spcBef>
                  <a:defRPr sz="1100">
                    <a:solidFill>
                      <a:srgbClr val="FFFFFF"/>
                    </a:solidFill>
                  </a:defRPr>
                </a:lvl1pPr>
              </a:lstStyle>
              <a:p>
                <a:r>
                  <a:t>updates the screen</a:t>
                </a:r>
              </a:p>
            </p:txBody>
          </p:sp>
        </p:grpSp>
        <p:grpSp>
          <p:nvGrpSpPr>
            <p:cNvPr id="320" name="Group"/>
            <p:cNvGrpSpPr/>
            <p:nvPr/>
          </p:nvGrpSpPr>
          <p:grpSpPr>
            <a:xfrm>
              <a:off x="0" y="2567193"/>
              <a:ext cx="6949441" cy="610119"/>
              <a:chOff x="0" y="0"/>
              <a:chExt cx="6949440" cy="610117"/>
            </a:xfrm>
          </p:grpSpPr>
          <p:sp>
            <p:nvSpPr>
              <p:cNvPr id="318" name="Rounded Rectangle"/>
              <p:cNvSpPr/>
              <p:nvPr/>
            </p:nvSpPr>
            <p:spPr>
              <a:xfrm>
                <a:off x="0" y="0"/>
                <a:ext cx="6949441" cy="610118"/>
              </a:xfrm>
              <a:prstGeom prst="roundRect">
                <a:avLst>
                  <a:gd name="adj" fmla="val 16667"/>
                </a:avLst>
              </a:prstGeom>
              <a:solidFill>
                <a:srgbClr val="799B3F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488950">
                  <a:lnSpc>
                    <a:spcPct val="90000"/>
                  </a:lnSpc>
                  <a:spcBef>
                    <a:spcPts val="700"/>
                  </a:spcBef>
                  <a:defRPr sz="11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319" name="submits answers"/>
              <p:cNvSpPr txBox="1"/>
              <p:nvPr/>
            </p:nvSpPr>
            <p:spPr>
              <a:xfrm>
                <a:off x="29784" y="180598"/>
                <a:ext cx="6889872" cy="2489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1909" tIns="41909" rIns="41909" bIns="41909" numCol="1" anchor="ctr">
                <a:spAutoFit/>
              </a:bodyPr>
              <a:lstStyle>
                <a:lvl1pPr defTabSz="488950">
                  <a:lnSpc>
                    <a:spcPct val="90000"/>
                  </a:lnSpc>
                  <a:spcBef>
                    <a:spcPts val="400"/>
                  </a:spcBef>
                  <a:defRPr sz="1100">
                    <a:solidFill>
                      <a:srgbClr val="FFFFFF"/>
                    </a:solidFill>
                  </a:defRPr>
                </a:lvl1pPr>
              </a:lstStyle>
              <a:p>
                <a:r>
                  <a:t>submits answers</a:t>
                </a:r>
              </a:p>
            </p:txBody>
          </p:sp>
        </p:grpSp>
        <p:grpSp>
          <p:nvGrpSpPr>
            <p:cNvPr id="323" name="Group"/>
            <p:cNvGrpSpPr/>
            <p:nvPr/>
          </p:nvGrpSpPr>
          <p:grpSpPr>
            <a:xfrm>
              <a:off x="0" y="3208992"/>
              <a:ext cx="6949441" cy="610119"/>
              <a:chOff x="0" y="0"/>
              <a:chExt cx="6949440" cy="610117"/>
            </a:xfrm>
          </p:grpSpPr>
          <p:sp>
            <p:nvSpPr>
              <p:cNvPr id="321" name="Rounded Rectangle"/>
              <p:cNvSpPr/>
              <p:nvPr/>
            </p:nvSpPr>
            <p:spPr>
              <a:xfrm>
                <a:off x="0" y="0"/>
                <a:ext cx="6949441" cy="610118"/>
              </a:xfrm>
              <a:prstGeom prst="roundRect">
                <a:avLst>
                  <a:gd name="adj" fmla="val 16667"/>
                </a:avLst>
              </a:prstGeom>
              <a:solidFill>
                <a:srgbClr val="5A983E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488950">
                  <a:lnSpc>
                    <a:spcPct val="90000"/>
                  </a:lnSpc>
                  <a:spcBef>
                    <a:spcPts val="700"/>
                  </a:spcBef>
                  <a:defRPr sz="11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322" name="shows hints"/>
              <p:cNvSpPr txBox="1"/>
              <p:nvPr/>
            </p:nvSpPr>
            <p:spPr>
              <a:xfrm>
                <a:off x="29784" y="180599"/>
                <a:ext cx="6889872" cy="2489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1909" tIns="41909" rIns="41909" bIns="41909" numCol="1" anchor="ctr">
                <a:spAutoFit/>
              </a:bodyPr>
              <a:lstStyle>
                <a:lvl1pPr defTabSz="488950">
                  <a:lnSpc>
                    <a:spcPct val="90000"/>
                  </a:lnSpc>
                  <a:spcBef>
                    <a:spcPts val="400"/>
                  </a:spcBef>
                  <a:defRPr sz="1100">
                    <a:solidFill>
                      <a:srgbClr val="FFFFFF"/>
                    </a:solidFill>
                  </a:defRPr>
                </a:lvl1pPr>
              </a:lstStyle>
              <a:p>
                <a:r>
                  <a:t>shows hints</a:t>
                </a:r>
              </a:p>
            </p:txBody>
          </p:sp>
        </p:grpSp>
        <p:grpSp>
          <p:nvGrpSpPr>
            <p:cNvPr id="326" name="Group"/>
            <p:cNvGrpSpPr/>
            <p:nvPr/>
          </p:nvGrpSpPr>
          <p:grpSpPr>
            <a:xfrm>
              <a:off x="0" y="3850789"/>
              <a:ext cx="6949441" cy="610119"/>
              <a:chOff x="0" y="0"/>
              <a:chExt cx="6949440" cy="610117"/>
            </a:xfrm>
          </p:grpSpPr>
          <p:sp>
            <p:nvSpPr>
              <p:cNvPr id="324" name="Rounded Rectangle"/>
              <p:cNvSpPr/>
              <p:nvPr/>
            </p:nvSpPr>
            <p:spPr>
              <a:xfrm>
                <a:off x="0" y="0"/>
                <a:ext cx="6949441" cy="610118"/>
              </a:xfrm>
              <a:prstGeom prst="roundRect">
                <a:avLst>
                  <a:gd name="adj" fmla="val 16667"/>
                </a:avLst>
              </a:prstGeom>
              <a:solidFill>
                <a:srgbClr val="3E963E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488950">
                  <a:lnSpc>
                    <a:spcPct val="90000"/>
                  </a:lnSpc>
                  <a:spcBef>
                    <a:spcPts val="700"/>
                  </a:spcBef>
                  <a:defRPr sz="11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325" name="shows feedback"/>
              <p:cNvSpPr txBox="1"/>
              <p:nvPr/>
            </p:nvSpPr>
            <p:spPr>
              <a:xfrm>
                <a:off x="29784" y="180599"/>
                <a:ext cx="6889872" cy="2489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1909" tIns="41909" rIns="41909" bIns="41909" numCol="1" anchor="ctr">
                <a:spAutoFit/>
              </a:bodyPr>
              <a:lstStyle>
                <a:lvl1pPr defTabSz="488950">
                  <a:lnSpc>
                    <a:spcPct val="90000"/>
                  </a:lnSpc>
                  <a:spcBef>
                    <a:spcPts val="400"/>
                  </a:spcBef>
                  <a:defRPr sz="1100">
                    <a:solidFill>
                      <a:srgbClr val="FFFFFF"/>
                    </a:solidFill>
                  </a:defRPr>
                </a:lvl1pPr>
              </a:lstStyle>
              <a:p>
                <a:r>
                  <a:t>shows feedback</a:t>
                </a:r>
              </a:p>
            </p:txBody>
          </p:sp>
        </p:grpSp>
        <p:grpSp>
          <p:nvGrpSpPr>
            <p:cNvPr id="329" name="Group"/>
            <p:cNvGrpSpPr/>
            <p:nvPr/>
          </p:nvGrpSpPr>
          <p:grpSpPr>
            <a:xfrm>
              <a:off x="0" y="4492589"/>
              <a:ext cx="6949441" cy="610119"/>
              <a:chOff x="0" y="0"/>
              <a:chExt cx="6949440" cy="610117"/>
            </a:xfrm>
          </p:grpSpPr>
          <p:sp>
            <p:nvSpPr>
              <p:cNvPr id="327" name="Rounded Rectangle"/>
              <p:cNvSpPr/>
              <p:nvPr/>
            </p:nvSpPr>
            <p:spPr>
              <a:xfrm>
                <a:off x="0" y="0"/>
                <a:ext cx="6949441" cy="610118"/>
              </a:xfrm>
              <a:prstGeom prst="roundRect">
                <a:avLst>
                  <a:gd name="adj" fmla="val 16667"/>
                </a:avLst>
              </a:prstGeom>
              <a:solidFill>
                <a:srgbClr val="3D9359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488950">
                  <a:lnSpc>
                    <a:spcPct val="90000"/>
                  </a:lnSpc>
                  <a:spcBef>
                    <a:spcPts val="700"/>
                  </a:spcBef>
                  <a:defRPr sz="11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328" name="sends final result to backend"/>
              <p:cNvSpPr txBox="1"/>
              <p:nvPr/>
            </p:nvSpPr>
            <p:spPr>
              <a:xfrm>
                <a:off x="29784" y="180598"/>
                <a:ext cx="6889872" cy="2489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1909" tIns="41909" rIns="41909" bIns="41909" numCol="1" anchor="ctr">
                <a:spAutoFit/>
              </a:bodyPr>
              <a:lstStyle>
                <a:lvl1pPr defTabSz="488950">
                  <a:lnSpc>
                    <a:spcPct val="90000"/>
                  </a:lnSpc>
                  <a:spcBef>
                    <a:spcPts val="400"/>
                  </a:spcBef>
                  <a:defRPr sz="1100">
                    <a:solidFill>
                      <a:srgbClr val="FFFFFF"/>
                    </a:solidFill>
                  </a:defRPr>
                </a:lvl1pPr>
              </a:lstStyle>
              <a:p>
                <a:r>
                  <a:t>sends final result to backend</a:t>
                </a:r>
              </a:p>
            </p:txBody>
          </p:sp>
        </p:grpSp>
        <p:grpSp>
          <p:nvGrpSpPr>
            <p:cNvPr id="332" name="Group"/>
            <p:cNvGrpSpPr/>
            <p:nvPr/>
          </p:nvGrpSpPr>
          <p:grpSpPr>
            <a:xfrm>
              <a:off x="0" y="5134387"/>
              <a:ext cx="6949441" cy="610119"/>
              <a:chOff x="0" y="0"/>
              <a:chExt cx="6949440" cy="610117"/>
            </a:xfrm>
          </p:grpSpPr>
          <p:sp>
            <p:nvSpPr>
              <p:cNvPr id="330" name="Rounded Rectangle"/>
              <p:cNvSpPr/>
              <p:nvPr/>
            </p:nvSpPr>
            <p:spPr>
              <a:xfrm>
                <a:off x="0" y="0"/>
                <a:ext cx="6949441" cy="610118"/>
              </a:xfrm>
              <a:prstGeom prst="roundRect">
                <a:avLst>
                  <a:gd name="adj" fmla="val 16667"/>
                </a:avLst>
              </a:prstGeom>
              <a:solidFill>
                <a:schemeClr val="accent6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488950">
                  <a:lnSpc>
                    <a:spcPct val="90000"/>
                  </a:lnSpc>
                  <a:spcBef>
                    <a:spcPts val="700"/>
                  </a:spcBef>
                  <a:defRPr sz="11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331" name="HTML shows the interface CSS gives the layout JavaScript makes it dynamic"/>
              <p:cNvSpPr txBox="1"/>
              <p:nvPr/>
            </p:nvSpPr>
            <p:spPr>
              <a:xfrm>
                <a:off x="29784" y="32008"/>
                <a:ext cx="6889872" cy="5461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1909" tIns="41909" rIns="41909" bIns="41909" numCol="1" anchor="ctr">
                <a:spAutoFit/>
              </a:bodyPr>
              <a:lstStyle/>
              <a:p>
                <a:pPr defTabSz="488950">
                  <a:lnSpc>
                    <a:spcPct val="90000"/>
                  </a:lnSpc>
                  <a:spcBef>
                    <a:spcPts val="400"/>
                  </a:spcBef>
                  <a:defRPr sz="1100">
                    <a:solidFill>
                      <a:srgbClr val="FFFFFF"/>
                    </a:solidFill>
                  </a:defRPr>
                </a:pPr>
                <a:r>
                  <a:t>HTML shows the interface</a:t>
                </a:r>
                <a:br/>
                <a:r>
                  <a:t>CSS gives the layout</a:t>
                </a:r>
                <a:br/>
                <a:r>
                  <a:t>JavaScript makes it dynamic</a:t>
                </a:r>
              </a:p>
            </p:txBody>
          </p:sp>
        </p:grpSp>
      </p:grp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Rectangle 10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36" name="Title 1"/>
          <p:cNvSpPr txBox="1">
            <a:spLocks noGrp="1"/>
          </p:cNvSpPr>
          <p:nvPr>
            <p:ph type="ctrTitle"/>
          </p:nvPr>
        </p:nvSpPr>
        <p:spPr>
          <a:xfrm>
            <a:off x="609601" y="1043569"/>
            <a:ext cx="4243754" cy="2371241"/>
          </a:xfrm>
          <a:prstGeom prst="rect">
            <a:avLst/>
          </a:prstGeom>
        </p:spPr>
        <p:txBody>
          <a:bodyPr anchor="t"/>
          <a:lstStyle/>
          <a:p>
            <a:pPr algn="l">
              <a:defRPr sz="3600"/>
            </a:pPr>
            <a:br/>
            <a:r>
              <a:t>Why This System Matters</a:t>
            </a:r>
            <a:br/>
            <a:endParaRPr/>
          </a:p>
        </p:txBody>
      </p:sp>
      <p:sp>
        <p:nvSpPr>
          <p:cNvPr id="337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5996478" y="1068450"/>
            <a:ext cx="5106951" cy="4988105"/>
          </a:xfrm>
          <a:prstGeom prst="rect">
            <a:avLst/>
          </a:prstGeom>
        </p:spPr>
        <p:txBody>
          <a:bodyPr/>
          <a:lstStyle/>
          <a:p>
            <a:pPr indent="-228600" algn="l">
              <a:buSzPct val="100000"/>
              <a:buFont typeface="Arial"/>
              <a:buChar char="•"/>
            </a:pPr>
            <a:r>
              <a:rPr dirty="0"/>
              <a:t>The system improves learning </a:t>
            </a:r>
          </a:p>
          <a:p>
            <a:pPr indent="-228600" algn="l">
              <a:buSzPct val="100000"/>
              <a:buFont typeface="Arial"/>
              <a:buChar char="•"/>
            </a:pPr>
            <a:r>
              <a:rPr dirty="0"/>
              <a:t>users practice writing instead of guessing</a:t>
            </a:r>
          </a:p>
          <a:p>
            <a:pPr indent="-228600" algn="l">
              <a:buSzPct val="100000"/>
              <a:buFont typeface="Arial"/>
              <a:buChar char="•"/>
            </a:pPr>
            <a:r>
              <a:rPr dirty="0"/>
              <a:t>they receive explanations</a:t>
            </a:r>
          </a:p>
          <a:p>
            <a:pPr indent="-228600" algn="l">
              <a:buSzPct val="100000"/>
              <a:buFont typeface="Arial"/>
              <a:buChar char="•"/>
            </a:pPr>
            <a:r>
              <a:rPr dirty="0"/>
              <a:t>they develop real understanding</a:t>
            </a:r>
          </a:p>
          <a:p>
            <a:pPr indent="-228600" algn="l">
              <a:buSzPct val="100000"/>
              <a:buFont typeface="Arial"/>
              <a:buChar char="•"/>
            </a:pPr>
            <a:r>
              <a:rPr dirty="0"/>
              <a:t>they learn from mistakes</a:t>
            </a:r>
          </a:p>
          <a:p>
            <a:pPr indent="-228600" algn="l">
              <a:buSzPct val="100000"/>
              <a:buFont typeface="Arial"/>
              <a:buChar char="•"/>
            </a:pPr>
            <a:r>
              <a:rPr dirty="0"/>
              <a:t>the system adapts to level and category</a:t>
            </a:r>
          </a:p>
          <a:p>
            <a:pPr indent="-228600" algn="l">
              <a:buSzPct val="100000"/>
              <a:buFont typeface="Arial"/>
              <a:buChar char="•"/>
            </a:pPr>
            <a:r>
              <a:rPr dirty="0"/>
              <a:t>It supports language learning in a measurable way.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49EF-4727-6E56-7D08-94347F0C9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923" y="1122362"/>
            <a:ext cx="7588155" cy="2621155"/>
          </a:xfrm>
        </p:spPr>
        <p:txBody>
          <a:bodyPr anchor="b">
            <a:normAutofit/>
          </a:bodyPr>
          <a:lstStyle/>
          <a:p>
            <a:r>
              <a:rPr lang="en-EG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9636958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VanillaVTI">
  <a:themeElements>
    <a:clrScheme name="VanillaVT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0000FF"/>
      </a:hlink>
      <a:folHlink>
        <a:srgbClr val="FF00FF"/>
      </a:folHlink>
    </a:clrScheme>
    <a:fontScheme name="VanillaVTI">
      <a:majorFont>
        <a:latin typeface="Neue Haas Grotesk Text Pro"/>
        <a:ea typeface="Neue Haas Grotesk Text Pro"/>
        <a:cs typeface="Neue Haas Grotesk Text Pro"/>
      </a:majorFont>
      <a:minorFont>
        <a:latin typeface="Helvetica"/>
        <a:ea typeface="Helvetica"/>
        <a:cs typeface="Helvetica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Neue Haas Grotesk Tex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Neue Haas Grotesk Tex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VanillaVTI">
  <a:themeElements>
    <a:clrScheme name="VanillaVT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0000FF"/>
      </a:hlink>
      <a:folHlink>
        <a:srgbClr val="FF00FF"/>
      </a:folHlink>
    </a:clrScheme>
    <a:fontScheme name="VanillaVTI">
      <a:majorFont>
        <a:latin typeface="Neue Haas Grotesk Text Pro"/>
        <a:ea typeface="Neue Haas Grotesk Text Pro"/>
        <a:cs typeface="Neue Haas Grotesk Text Pro"/>
      </a:majorFont>
      <a:minorFont>
        <a:latin typeface="Helvetica"/>
        <a:ea typeface="Helvetica"/>
        <a:cs typeface="Helvetica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Neue Haas Grotesk Tex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Neue Haas Grotesk Tex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478</Words>
  <Application>Microsoft Macintosh PowerPoint</Application>
  <PresentationFormat>Widescreen</PresentationFormat>
  <Paragraphs>119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Neue Haas Grotesk Text Pro</vt:lpstr>
      <vt:lpstr>VanillaVTI</vt:lpstr>
      <vt:lpstr>Language Sandbox PyQuest</vt:lpstr>
      <vt:lpstr>Agenda </vt:lpstr>
      <vt:lpstr>Problem</vt:lpstr>
      <vt:lpstr>Target</vt:lpstr>
      <vt:lpstr>What the System Does </vt:lpstr>
      <vt:lpstr> Why This Matters</vt:lpstr>
      <vt:lpstr> How Questions Are Processed</vt:lpstr>
      <vt:lpstr> Breaking Down the Checking Step</vt:lpstr>
      <vt:lpstr> File Structure</vt:lpstr>
      <vt:lpstr> Backend Used </vt:lpstr>
      <vt:lpstr> Backend Workflow </vt:lpstr>
      <vt:lpstr> Frontend Workflow </vt:lpstr>
      <vt:lpstr> Why This System Matters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Yousra Abdelkader</cp:lastModifiedBy>
  <cp:revision>2</cp:revision>
  <dcterms:modified xsi:type="dcterms:W3CDTF">2025-12-21T23:31:53Z</dcterms:modified>
</cp:coreProperties>
</file>